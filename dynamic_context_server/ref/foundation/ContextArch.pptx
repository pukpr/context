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82.xml" ContentType="application/vnd.openxmlformats-officedocument.presentationml.slideLayout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Masters/slideMaster8.xml" ContentType="application/vnd.openxmlformats-officedocument.presentationml.slideMaster+xml"/>
  <Override PartName="/ppt/slideMasters/slideMaster6.xml" ContentType="application/vnd.openxmlformats-officedocument.presentationml.slideMaster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Masters/slideMaster4.xml" ContentType="application/vnd.openxmlformats-officedocument.presentationml.slide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10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6.xml" ContentType="application/vnd.openxmlformats-officedocument.presentationml.slideLayout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2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0.xml" ContentType="application/vnd.openxmlformats-officedocument.presentationml.slideLayout+xml"/>
  <Override PartName="/docProps/app.xml" ContentType="application/vnd.openxmlformats-officedocument.extended-properties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Masters/slideMaster9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Masters/slideMaster5.xml" ContentType="application/vnd.openxmlformats-officedocument.presentationml.slideMaster+xml"/>
  <Override PartName="/ppt/slideLayouts/slideLayout59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7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7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91.xml" ContentType="application/vnd.openxmlformats-officedocument.presentationml.slideLayout+xml"/>
  <Default Extension="rels" ContentType="application/vnd.openxmlformats-package.relationships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</p:sldMasterIdLst>
  <p:notesMasterIdLst>
    <p:notesMasterId r:id="rId11"/>
  </p:notesMasterIdLst>
  <p:sldIdLst>
    <p:sldId id="256" r:id="rId10"/>
  </p:sldIdLst>
  <p:sldSz cx="10080625" cy="7559675"/>
  <p:notesSz cx="7772400" cy="10058400"/>
  <p:defaultTextStyle>
    <a:defPPr>
      <a:defRPr lang="en-GB"/>
    </a:defPPr>
    <a:lvl1pPr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742950" indent="-285750"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1143000" indent="-228600"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600200" indent="-228600"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2057400" indent="-228600"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074" y="-9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38238" y="763588"/>
            <a:ext cx="5494337" cy="37703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sp>
      <p:sp>
        <p:nvSpPr>
          <p:cNvPr id="1024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777875" y="4776788"/>
            <a:ext cx="6216650" cy="4524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371850" cy="5016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endParaRPr lang="en-US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4398963" y="0"/>
            <a:ext cx="3371850" cy="5016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endParaRPr lang="en-US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9555163"/>
            <a:ext cx="3371850" cy="5016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endParaRPr lang="en-US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4398963" y="9555163"/>
            <a:ext cx="3371850" cy="5016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fld id="{271D0242-E0AF-4F37-83D1-F569F0A7148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ED4B4B0-92CA-470B-A254-F614FE190660}" type="slidenum">
              <a:rPr lang="en-US"/>
              <a:pPr/>
              <a:t>1</a:t>
            </a:fld>
            <a:endParaRPr lang="en-US"/>
          </a:p>
        </p:txBody>
      </p:sp>
      <p:sp>
        <p:nvSpPr>
          <p:cNvPr id="1228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371600" y="763588"/>
            <a:ext cx="5029200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AF35B9B-8371-4F8B-8F3C-252B1FFD2BD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F31D91E-7A9B-4831-8DDC-294936A4CDA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D7C0F76-A2CA-479B-8A87-52D8BA3E27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7700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338" y="1768475"/>
            <a:ext cx="4459287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589C9D6-EC53-4DA2-BD56-0818F1BBA35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6B71917-FC11-4A9D-81D0-74D1B6188BD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68CC5BC-0898-4A7E-8505-15AC6ACCAB5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4649B55-806A-4587-9697-3A860DF6802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02891DB-FA48-4256-84C2-5A7D8BA6FC3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C678E86-D1A0-459C-BC15-D606243BCCF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A8D1509-FA6A-4392-9989-02E8FFA5CC4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5675" y="301625"/>
            <a:ext cx="2266950" cy="64547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0037" cy="64547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3D61FFE-B759-4082-91C3-28BB600FB7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EA2815F-4299-4280-88D4-E6200791A91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BE688C6-7477-41CD-A20D-A4050570557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6990C7C-EC30-4B80-AB58-10FB1EE299C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9500" y="2339975"/>
            <a:ext cx="3883025" cy="4318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2339975"/>
            <a:ext cx="3883025" cy="4318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10E3113-E8DE-4CDC-AD70-F84AD90EF2B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C6D6611-7744-45E5-B9CA-00BB3BD60E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4219813-E28D-4C62-BD97-F89907AFD18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455D320-810D-4A88-943F-878F3460914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E9BAEEF-5716-436D-AFE0-AF5FFCF5D8F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1BF5034-612F-40A2-9659-3740878F47A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24DF47B-9ACA-4964-9B50-EA7FC11AA04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64375" y="717550"/>
            <a:ext cx="2114550" cy="59404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725" y="717550"/>
            <a:ext cx="6191250" cy="59404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015A1DD-DBAC-46E1-9B9E-11C364E92CA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6221981-073F-4DD6-9639-72B9746FBF3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05FE689-D869-4B0B-947D-1FDC937089C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4D5DF5A-79E2-4549-9053-72046627617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7700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338" y="1768475"/>
            <a:ext cx="4459287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F1391CA-F492-4E3D-8887-B58CD052276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13CC2A0-5269-4477-A5F0-06EDF0EA4D8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5AE51D4-75C2-459F-81F6-D4954FC37E6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9E9C129-B63D-4738-A812-0F46F0F3C58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D72F381-CF07-4CE3-AEF8-A5D5DFF07F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0FB8A38-83FB-4C4D-BC4E-6B6647C7DC8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3A3A5D2-CE70-43F3-9763-8262CFBCB69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5675" y="301625"/>
            <a:ext cx="2266950" cy="64547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0037" cy="64547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7221CB8-14EE-4CCF-AC19-E1A50D286BD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3E512FE-3C0F-4FF2-BAA7-638CFBFD3A7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947EDA5-A9A9-436A-9737-A954E325C5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32F26AF-3203-442F-BC5E-64840BB15C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13" y="1979613"/>
            <a:ext cx="4062412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979613"/>
            <a:ext cx="4064000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E33BC62-3779-43F8-90D7-0C891DB564B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F30E59D-9E2E-4D7F-9354-2466678C2A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835ACD1-FBCB-4BB7-A70C-CDF647C2B97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3DCC5FB-1B70-4F47-B670-B82E565EA4F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CF26224-279C-445D-B0C3-B01D12BC8B7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EC1A9EE-8785-4EFC-B14D-40F856476A8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0CCA29D-D71C-4FE4-A825-DB7CDE80918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10413" y="720725"/>
            <a:ext cx="2068512" cy="57578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0113" y="720725"/>
            <a:ext cx="6057900" cy="57578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D8992DA-4E6B-489B-B991-C824055E795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0A4E073-CE0C-4623-991C-149D68DC65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89F0D59-660C-4C88-8F28-AF299CCB50C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3032411-2BF8-4219-A4BF-4F65AC66FEE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1768475"/>
            <a:ext cx="4332288" cy="50688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4438" y="1768475"/>
            <a:ext cx="4333875" cy="50688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116AE86-3108-4135-9E0C-BA32A93DE62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F0F4F30-6D62-4B1E-B1E9-CDDCD77C38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2719E75-E7D9-4A4D-A6C7-3152FEA0B32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831C302-1884-4A2F-B94D-F4757F3EFE4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3810C60-CB4C-450D-83DE-DB9BFD90ED3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33D961B-5AE4-49A5-8E9D-B74D6AE868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073A2FA-7181-4EE1-AE9E-0E81470CF3C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54863" y="539750"/>
            <a:ext cx="2203450" cy="62976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750" y="539750"/>
            <a:ext cx="6462713" cy="62976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15E22EC-685C-43BC-AF73-41FBC0D767B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AB80E01-9C30-4743-975A-14D7D749C4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B02E1AB-3767-4F49-B713-34D9FCAC57E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7800606-7881-4289-9FA9-5C4B828EABE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0475" y="2128838"/>
            <a:ext cx="4079875" cy="4168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50" y="2128838"/>
            <a:ext cx="4081463" cy="4168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41FF327-2902-4573-832F-500350AF551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42071F7-6FED-4D5B-BC12-83F84F2C35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ACE057D-7033-4C2D-B787-F18D6BDC047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879BB5B-EECE-498A-9D19-5BCFF8CDCFE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A1B40E9-02F9-43D9-B721-53D4B270A79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5153FCE-CBCD-4E80-ADE7-C6F979C14D6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3252654-D025-4BED-BE16-7B0646E21E2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77125" y="661988"/>
            <a:ext cx="2168525" cy="56356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50" y="661988"/>
            <a:ext cx="6353175" cy="56356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17CAEA5-233E-4BE5-84D8-BB3E0FDCBC7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6EF9492-1388-4FCD-9048-34141F861B4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935C209-335B-487B-BDB0-46CF1A77C3E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6AB435B-A801-4A55-A9B9-85E774481D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7700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338" y="1768475"/>
            <a:ext cx="4459287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CEC4536-A50A-4955-94E5-DBB88D59B6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3B44DCE-A068-4F30-95D6-D90AB87D3A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1242ECC-08AA-47E8-98E0-6C6CE320E4C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1D5D3AC-D27E-4ABA-8182-4E5D9937D55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FB15752-2171-40F0-9BD9-FEFBEE54C70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6E76D77-4DC9-48BA-8CD4-D74CE15098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73910B7-31C3-41B4-A2D4-D047245337E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5675" y="301625"/>
            <a:ext cx="2266950" cy="64547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0037" cy="64547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8E62016-7D81-454C-AAF9-6AF993B67BA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9019D6F-C404-4935-8838-64333D81CBA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D2E6424-CC0B-4898-B4AC-E0076AC1087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77A1A67-F34E-467C-B04B-B7F9F8078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13" y="1979613"/>
            <a:ext cx="4062412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979613"/>
            <a:ext cx="4064000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8957EA8-728D-4200-94AF-E90FEC70401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04477C7-294A-402A-8D0E-48B177A0C76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36E72CC-1E19-4DA8-831A-2FDCCE02582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0C58095-AD6F-4D2C-A968-804FC8BB56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2FEE569-FF02-440D-B26B-F1C665ED8A8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7824D2E-F196-4DD6-8B93-8488C2C6637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AE60375-89F2-49FB-B6D8-63E98F91188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10413" y="720725"/>
            <a:ext cx="2068512" cy="57578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0113" y="720725"/>
            <a:ext cx="6057900" cy="57578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55503E8-3791-43F0-9168-36D13A257BB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0986230-BAC1-4925-803D-25473E3E224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60B6819-ED2F-4AEC-9F7A-E4498C68A72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9B54CEC-0D6A-4468-AB3C-45234CFD126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79613" y="1768475"/>
            <a:ext cx="38100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2013" y="1768475"/>
            <a:ext cx="3811587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5F75316-6DEE-453E-B23D-447E56C699B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5E550A5-C9A8-472D-84A1-76DAEA38EA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ED7B662-B43F-403A-88D1-1C4EA117CBC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AE6B21B0-4859-4182-8D8A-76B3064BF99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2BCA395-EBC0-45FE-BCCB-D4F7322299B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FB6D260-B4B5-48E8-88CC-B935B39766F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AF45414-8899-4573-8BF5-DF64C44E3B9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37488" y="301625"/>
            <a:ext cx="1952625" cy="52768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79613" y="301625"/>
            <a:ext cx="5705475" cy="52768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0680669-7D1C-46D0-B081-4CD042A6E3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03238" y="301625"/>
            <a:ext cx="9069387" cy="1260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768475"/>
            <a:ext cx="9069387" cy="49879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28224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  <a:p>
            <a:pPr lvl="4"/>
            <a:r>
              <a:rPr lang="en-GB" smtClean="0"/>
              <a:t>Eighth Outline Level</a:t>
            </a:r>
          </a:p>
          <a:p>
            <a:pPr lvl="4"/>
            <a:r>
              <a:rPr lang="en-GB" smtClean="0"/>
              <a:t>Ninth Outline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503238" y="6886575"/>
            <a:ext cx="2346325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fld id="{8D88976D-3007-4154-B1E0-83A70326BCB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Lucida Sans Unicode" charset="0"/>
          <a:cs typeface="Lucida Sans Unicode" charset="0"/>
        </a:defRPr>
      </a:lvl2pPr>
      <a:lvl3pPr marL="11430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Lucida Sans Unicode" charset="0"/>
          <a:cs typeface="Lucida Sans Unicode" charset="0"/>
        </a:defRPr>
      </a:lvl3pPr>
      <a:lvl4pPr marL="16002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Lucida Sans Unicode" charset="0"/>
          <a:cs typeface="Lucida Sans Unicode" charset="0"/>
        </a:defRPr>
      </a:lvl4pPr>
      <a:lvl5pPr marL="20574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Lucida Sans Unicode" charset="0"/>
          <a:cs typeface="Lucida Sans Unicode" charset="0"/>
        </a:defRPr>
      </a:lvl5pPr>
      <a:lvl6pPr marL="25146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Lucida Sans Unicode" charset="0"/>
          <a:cs typeface="Lucida Sans Unicode" charset="0"/>
        </a:defRPr>
      </a:lvl6pPr>
      <a:lvl7pPr marL="29718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Lucida Sans Unicode" charset="0"/>
          <a:cs typeface="Lucida Sans Unicode" charset="0"/>
        </a:defRPr>
      </a:lvl7pPr>
      <a:lvl8pPr marL="34290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Lucida Sans Unicode" charset="0"/>
          <a:cs typeface="Lucida Sans Unicode" charset="0"/>
        </a:defRPr>
      </a:lvl8pPr>
      <a:lvl9pPr marL="38862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Lucida Sans Unicode" charset="0"/>
          <a:cs typeface="Lucida Sans Unicode" charset="0"/>
        </a:defRPr>
      </a:lvl9pPr>
    </p:titleStyle>
    <p:bodyStyle>
      <a:lvl1pPr marL="342900" indent="-342900" algn="l" defTabSz="457200" rtl="0" fontAlgn="base" hangingPunct="0">
        <a:lnSpc>
          <a:spcPct val="93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fontAlgn="base" hangingPunct="0">
        <a:lnSpc>
          <a:spcPct val="93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fontAlgn="base" hangingPunct="0">
        <a:lnSpc>
          <a:spcPct val="93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fontAlgn="base" hangingPunct="0">
        <a:lnSpc>
          <a:spcPct val="93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720725" y="717550"/>
            <a:ext cx="8458200" cy="1260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0" y="2339975"/>
            <a:ext cx="7918450" cy="431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28224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  <a:p>
            <a:pPr lvl="4"/>
            <a:r>
              <a:rPr lang="en-GB" smtClean="0"/>
              <a:t>Eighth Outline Level</a:t>
            </a:r>
          </a:p>
          <a:p>
            <a:pPr lvl="4"/>
            <a:r>
              <a:rPr lang="en-GB" smtClean="0"/>
              <a:t>Ninth Outline Level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503238" y="6886575"/>
            <a:ext cx="2346325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FFFFFF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FFFFFF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FFFFFF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fld id="{89BA318E-0D23-48A6-8748-961552EA453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2pPr>
      <a:lvl3pPr marL="11430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3pPr>
      <a:lvl4pPr marL="16002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4pPr>
      <a:lvl5pPr marL="20574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5pPr>
      <a:lvl6pPr marL="25146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6pPr>
      <a:lvl7pPr marL="29718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7pPr>
      <a:lvl8pPr marL="34290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8pPr>
      <a:lvl9pPr marL="38862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9pPr>
    </p:titleStyle>
    <p:bodyStyle>
      <a:lvl1pPr marL="342900" indent="-342900" algn="l" defTabSz="457200" rtl="0" fontAlgn="base" hangingPunct="0">
        <a:lnSpc>
          <a:spcPct val="93000"/>
        </a:lnSpc>
        <a:spcBef>
          <a:spcPct val="0"/>
        </a:spcBef>
        <a:spcAft>
          <a:spcPts val="1413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fontAlgn="base" hangingPunct="0">
        <a:lnSpc>
          <a:spcPct val="93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000000"/>
          </a:solidFill>
          <a:latin typeface="+mn-lt"/>
          <a:cs typeface="+mn-cs"/>
        </a:defRPr>
      </a:lvl2pPr>
      <a:lvl3pPr marL="1143000" indent="-228600" algn="l" defTabSz="457200" rtl="0" fontAlgn="base" hangingPunct="0">
        <a:lnSpc>
          <a:spcPct val="93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+mn-lt"/>
          <a:cs typeface="+mn-cs"/>
        </a:defRPr>
      </a:lvl3pPr>
      <a:lvl4pPr marL="1600200" indent="-228600" algn="l" defTabSz="457200" rtl="0" fontAlgn="base" hangingPunct="0">
        <a:lnSpc>
          <a:spcPct val="93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03238" y="301625"/>
            <a:ext cx="9069387" cy="1260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768475"/>
            <a:ext cx="9069387" cy="49879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2016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  <a:p>
            <a:pPr lvl="4"/>
            <a:r>
              <a:rPr lang="en-GB" smtClean="0"/>
              <a:t>Eighth Outline Level</a:t>
            </a:r>
          </a:p>
          <a:p>
            <a:pPr lvl="4"/>
            <a:r>
              <a:rPr lang="en-GB" smtClean="0"/>
              <a:t>Ninth Outline Level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503238" y="6886575"/>
            <a:ext cx="2346325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FFFFFF"/>
                </a:solidFill>
                <a:latin typeface="+mn-lt"/>
                <a:ea typeface="Lucida Sans Unicode" charset="0"/>
                <a:cs typeface="Lucida Sans Unicode" charset="0"/>
              </a:defRPr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FFFFFF"/>
                </a:solidFill>
                <a:latin typeface="+mn-lt"/>
                <a:ea typeface="Lucida Sans Unicode" charset="0"/>
                <a:cs typeface="Lucida Sans Unicode" charset="0"/>
              </a:defRPr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FFFFFF"/>
                </a:solidFill>
                <a:latin typeface="+mn-lt"/>
                <a:ea typeface="Lucida Sans Unicode" charset="0"/>
                <a:cs typeface="Lucida Sans Unicode" charset="0"/>
              </a:defRPr>
            </a:lvl1pPr>
          </a:lstStyle>
          <a:p>
            <a:fld id="{91D49F58-66CE-4204-923F-0F698E1D050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457200" rtl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 i="1">
          <a:solidFill>
            <a:srgbClr val="FFFFFF"/>
          </a:solidFill>
          <a:latin typeface="+mj-lt"/>
          <a:ea typeface="+mj-ea"/>
          <a:cs typeface="+mj-cs"/>
        </a:defRPr>
      </a:lvl1pPr>
      <a:lvl2pPr marL="742950" indent="-285750" algn="ctr" defTabSz="457200" rtl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 i="1">
          <a:solidFill>
            <a:srgbClr val="FFFFFF"/>
          </a:solidFill>
          <a:latin typeface="Times New Roman" pitchFamily="16" charset="0"/>
          <a:cs typeface="Arial Unicode MS" charset="0"/>
        </a:defRPr>
      </a:lvl2pPr>
      <a:lvl3pPr marL="1143000" indent="-228600" algn="ctr" defTabSz="457200" rtl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 i="1">
          <a:solidFill>
            <a:srgbClr val="FFFFFF"/>
          </a:solidFill>
          <a:latin typeface="Times New Roman" pitchFamily="16" charset="0"/>
          <a:cs typeface="Arial Unicode MS" charset="0"/>
        </a:defRPr>
      </a:lvl3pPr>
      <a:lvl4pPr marL="1600200" indent="-228600" algn="ctr" defTabSz="457200" rtl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 i="1">
          <a:solidFill>
            <a:srgbClr val="FFFFFF"/>
          </a:solidFill>
          <a:latin typeface="Times New Roman" pitchFamily="16" charset="0"/>
          <a:cs typeface="Arial Unicode MS" charset="0"/>
        </a:defRPr>
      </a:lvl4pPr>
      <a:lvl5pPr marL="2057400" indent="-228600" algn="ctr" defTabSz="457200" rtl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 i="1">
          <a:solidFill>
            <a:srgbClr val="FFFFFF"/>
          </a:solidFill>
          <a:latin typeface="Times New Roman" pitchFamily="16" charset="0"/>
          <a:cs typeface="Arial Unicode MS" charset="0"/>
        </a:defRPr>
      </a:lvl5pPr>
      <a:lvl6pPr marL="2514600" indent="-228600" algn="ctr" defTabSz="457200" rtl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 i="1">
          <a:solidFill>
            <a:srgbClr val="FFFFFF"/>
          </a:solidFill>
          <a:latin typeface="Times New Roman" pitchFamily="16" charset="0"/>
          <a:cs typeface="Arial Unicode MS" charset="0"/>
        </a:defRPr>
      </a:lvl6pPr>
      <a:lvl7pPr marL="2971800" indent="-228600" algn="ctr" defTabSz="457200" rtl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 i="1">
          <a:solidFill>
            <a:srgbClr val="FFFFFF"/>
          </a:solidFill>
          <a:latin typeface="Times New Roman" pitchFamily="16" charset="0"/>
          <a:cs typeface="Arial Unicode MS" charset="0"/>
        </a:defRPr>
      </a:lvl7pPr>
      <a:lvl8pPr marL="3429000" indent="-228600" algn="ctr" defTabSz="457200" rtl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 i="1">
          <a:solidFill>
            <a:srgbClr val="FFFFFF"/>
          </a:solidFill>
          <a:latin typeface="Times New Roman" pitchFamily="16" charset="0"/>
          <a:cs typeface="Arial Unicode MS" charset="0"/>
        </a:defRPr>
      </a:lvl8pPr>
      <a:lvl9pPr marL="3886200" indent="-228600" algn="ctr" defTabSz="457200" rtl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 i="1">
          <a:solidFill>
            <a:srgbClr val="FFFFFF"/>
          </a:solidFill>
          <a:latin typeface="Times New Roman" pitchFamily="16" charset="0"/>
          <a:cs typeface="Arial Unicode MS" charset="0"/>
        </a:defRPr>
      </a:lvl9pPr>
    </p:titleStyle>
    <p:bodyStyle>
      <a:lvl1pPr marL="342900" indent="-342900" algn="l" defTabSz="457200" rtl="0" fontAlgn="base" hangingPunct="0">
        <a:lnSpc>
          <a:spcPct val="95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defTabSz="457200" rtl="0" fontAlgn="base" hangingPunct="0">
        <a:lnSpc>
          <a:spcPct val="95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FFFFFF"/>
          </a:solidFill>
          <a:latin typeface="+mn-lt"/>
          <a:cs typeface="+mn-cs"/>
        </a:defRPr>
      </a:lvl2pPr>
      <a:lvl3pPr marL="1143000" indent="-228600" algn="l" defTabSz="457200" rtl="0" fontAlgn="base" hangingPunct="0">
        <a:lnSpc>
          <a:spcPct val="95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FFFFFF"/>
          </a:solidFill>
          <a:latin typeface="+mn-lt"/>
          <a:cs typeface="+mn-cs"/>
        </a:defRPr>
      </a:lvl3pPr>
      <a:lvl4pPr marL="1600200" indent="-228600" algn="l" defTabSz="457200" rtl="0" fontAlgn="base" hangingPunct="0">
        <a:lnSpc>
          <a:spcPct val="95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FFFFFF"/>
          </a:solidFill>
          <a:latin typeface="+mn-lt"/>
          <a:cs typeface="+mn-cs"/>
        </a:defRPr>
      </a:lvl4pPr>
      <a:lvl5pPr marL="2057400" indent="-228600" algn="l" defTabSz="457200" rtl="0" fontAlgn="base" hangingPunct="0">
        <a:lnSpc>
          <a:spcPct val="95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FFFFFF"/>
          </a:solidFill>
          <a:latin typeface="+mn-lt"/>
          <a:cs typeface="+mn-cs"/>
        </a:defRPr>
      </a:lvl5pPr>
      <a:lvl6pPr marL="2514600" indent="-228600" algn="l" defTabSz="457200" rtl="0" fontAlgn="base" hangingPunct="0">
        <a:lnSpc>
          <a:spcPct val="95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FFFFFF"/>
          </a:solidFill>
          <a:latin typeface="+mn-lt"/>
          <a:cs typeface="+mn-cs"/>
        </a:defRPr>
      </a:lvl6pPr>
      <a:lvl7pPr marL="2971800" indent="-228600" algn="l" defTabSz="457200" rtl="0" fontAlgn="base" hangingPunct="0">
        <a:lnSpc>
          <a:spcPct val="95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FFFFFF"/>
          </a:solidFill>
          <a:latin typeface="+mn-lt"/>
          <a:cs typeface="+mn-cs"/>
        </a:defRPr>
      </a:lvl7pPr>
      <a:lvl8pPr marL="3429000" indent="-228600" algn="l" defTabSz="457200" rtl="0" fontAlgn="base" hangingPunct="0">
        <a:lnSpc>
          <a:spcPct val="95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FFFFFF"/>
          </a:solidFill>
          <a:latin typeface="+mn-lt"/>
          <a:cs typeface="+mn-cs"/>
        </a:defRPr>
      </a:lvl8pPr>
      <a:lvl9pPr marL="3886200" indent="-228600" algn="l" defTabSz="457200" rtl="0" fontAlgn="base" hangingPunct="0">
        <a:lnSpc>
          <a:spcPct val="95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FFFFFF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720725"/>
            <a:ext cx="8278812" cy="1077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1979613"/>
            <a:ext cx="8278812" cy="4498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28224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  <a:p>
            <a:pPr lvl="4"/>
            <a:r>
              <a:rPr lang="en-GB" smtClean="0"/>
              <a:t>Eighth Outline Level</a:t>
            </a:r>
          </a:p>
          <a:p>
            <a:pPr lvl="4"/>
            <a:r>
              <a:rPr lang="en-GB" smtClean="0"/>
              <a:t>Ninth Outline Level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503238" y="6886575"/>
            <a:ext cx="2346325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fld id="{85A78378-5EAB-4163-AE9F-00E2F7CC161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2pPr>
      <a:lvl3pPr marL="11430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3pPr>
      <a:lvl4pPr marL="16002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4pPr>
      <a:lvl5pPr marL="20574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5pPr>
      <a:lvl6pPr marL="25146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6pPr>
      <a:lvl7pPr marL="29718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7pPr>
      <a:lvl8pPr marL="34290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8pPr>
      <a:lvl9pPr marL="38862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9pPr>
    </p:titleStyle>
    <p:bodyStyle>
      <a:lvl1pPr marL="342900" indent="-342900" algn="l" defTabSz="457200" rtl="0" fontAlgn="base" hangingPunct="0">
        <a:lnSpc>
          <a:spcPct val="93000"/>
        </a:lnSpc>
        <a:spcBef>
          <a:spcPct val="0"/>
        </a:spcBef>
        <a:spcAft>
          <a:spcPts val="1413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fontAlgn="base" hangingPunct="0">
        <a:lnSpc>
          <a:spcPct val="93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000000"/>
          </a:solidFill>
          <a:latin typeface="+mn-lt"/>
          <a:cs typeface="+mn-cs"/>
        </a:defRPr>
      </a:lvl2pPr>
      <a:lvl3pPr marL="1143000" indent="-228600" algn="l" defTabSz="457200" rtl="0" fontAlgn="base" hangingPunct="0">
        <a:lnSpc>
          <a:spcPct val="93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+mn-lt"/>
          <a:cs typeface="+mn-cs"/>
        </a:defRPr>
      </a:lvl3pPr>
      <a:lvl4pPr marL="1600200" indent="-228600" algn="l" defTabSz="457200" rtl="0" fontAlgn="base" hangingPunct="0">
        <a:lnSpc>
          <a:spcPct val="93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539750"/>
            <a:ext cx="8818563" cy="1022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768475"/>
            <a:ext cx="8818563" cy="50688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28224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  <a:p>
            <a:pPr lvl="4"/>
            <a:r>
              <a:rPr lang="en-GB" smtClean="0"/>
              <a:t>Eighth Outline Level</a:t>
            </a:r>
          </a:p>
          <a:p>
            <a:pPr lvl="4"/>
            <a:r>
              <a:rPr lang="en-GB" smtClean="0"/>
              <a:t>Ninth Outline Level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539750" y="6996113"/>
            <a:ext cx="2336800" cy="5175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FFFFFF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471863" y="6996113"/>
            <a:ext cx="3179762" cy="5175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FFFFFF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237413" y="6996113"/>
            <a:ext cx="2336800" cy="5175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FFFFFF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fld id="{699839CC-E260-4287-B3AE-BB5BCFDA2E4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2pPr>
      <a:lvl3pPr marL="11430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3pPr>
      <a:lvl4pPr marL="16002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4pPr>
      <a:lvl5pPr marL="20574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5pPr>
      <a:lvl6pPr marL="25146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6pPr>
      <a:lvl7pPr marL="29718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7pPr>
      <a:lvl8pPr marL="34290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8pPr>
      <a:lvl9pPr marL="38862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9pPr>
    </p:titleStyle>
    <p:bodyStyle>
      <a:lvl1pPr marL="342900" indent="-342900" algn="l" defTabSz="457200" rtl="0" fontAlgn="base" hangingPunct="0">
        <a:lnSpc>
          <a:spcPct val="93000"/>
        </a:lnSpc>
        <a:spcBef>
          <a:spcPct val="0"/>
        </a:spcBef>
        <a:spcAft>
          <a:spcPts val="1413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fontAlgn="base" hangingPunct="0">
        <a:lnSpc>
          <a:spcPct val="93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000000"/>
          </a:solidFill>
          <a:latin typeface="+mn-lt"/>
          <a:cs typeface="+mn-cs"/>
        </a:defRPr>
      </a:lvl2pPr>
      <a:lvl3pPr marL="1143000" indent="-228600" algn="l" defTabSz="457200" rtl="0" fontAlgn="base" hangingPunct="0">
        <a:lnSpc>
          <a:spcPct val="93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+mn-lt"/>
          <a:cs typeface="+mn-cs"/>
        </a:defRPr>
      </a:lvl3pPr>
      <a:lvl4pPr marL="1600200" indent="-228600" algn="l" defTabSz="457200" rtl="0" fontAlgn="base" hangingPunct="0">
        <a:lnSpc>
          <a:spcPct val="93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661988"/>
            <a:ext cx="8674100" cy="1317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2128838"/>
            <a:ext cx="8313738" cy="4168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28224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  <a:p>
            <a:pPr lvl="4"/>
            <a:r>
              <a:rPr lang="en-GB" smtClean="0"/>
              <a:t>Eighth Outline Level</a:t>
            </a:r>
          </a:p>
          <a:p>
            <a:pPr lvl="4"/>
            <a:r>
              <a:rPr lang="en-GB" smtClean="0"/>
              <a:t>Ninth Outline Level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71550" y="6743700"/>
            <a:ext cx="2346325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FFFFFF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698875" y="6743700"/>
            <a:ext cx="3194050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FFFFFF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335838" y="6743700"/>
            <a:ext cx="2346325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FFFFFF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fld id="{6776EA7B-F1E3-4847-A3EA-D25EEFD3448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FFFFFF"/>
          </a:solidFill>
          <a:latin typeface="+mj-lt"/>
          <a:ea typeface="+mj-ea"/>
          <a:cs typeface="+mj-cs"/>
        </a:defRPr>
      </a:lvl1pPr>
      <a:lvl2pPr marL="742950" indent="-28575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FFFFFF"/>
          </a:solidFill>
          <a:latin typeface="Arial" charset="0"/>
          <a:cs typeface="Arial Unicode MS" charset="0"/>
        </a:defRPr>
      </a:lvl2pPr>
      <a:lvl3pPr marL="11430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FFFFFF"/>
          </a:solidFill>
          <a:latin typeface="Arial" charset="0"/>
          <a:cs typeface="Arial Unicode MS" charset="0"/>
        </a:defRPr>
      </a:lvl3pPr>
      <a:lvl4pPr marL="16002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FFFFFF"/>
          </a:solidFill>
          <a:latin typeface="Arial" charset="0"/>
          <a:cs typeface="Arial Unicode MS" charset="0"/>
        </a:defRPr>
      </a:lvl4pPr>
      <a:lvl5pPr marL="20574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FFFFFF"/>
          </a:solidFill>
          <a:latin typeface="Arial" charset="0"/>
          <a:cs typeface="Arial Unicode MS" charset="0"/>
        </a:defRPr>
      </a:lvl5pPr>
      <a:lvl6pPr marL="25146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FFFFFF"/>
          </a:solidFill>
          <a:latin typeface="Arial" charset="0"/>
          <a:cs typeface="Arial Unicode MS" charset="0"/>
        </a:defRPr>
      </a:lvl6pPr>
      <a:lvl7pPr marL="29718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FFFFFF"/>
          </a:solidFill>
          <a:latin typeface="Arial" charset="0"/>
          <a:cs typeface="Arial Unicode MS" charset="0"/>
        </a:defRPr>
      </a:lvl7pPr>
      <a:lvl8pPr marL="34290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FFFFFF"/>
          </a:solidFill>
          <a:latin typeface="Arial" charset="0"/>
          <a:cs typeface="Arial Unicode MS" charset="0"/>
        </a:defRPr>
      </a:lvl8pPr>
      <a:lvl9pPr marL="38862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FFFFFF"/>
          </a:solidFill>
          <a:latin typeface="Arial" charset="0"/>
          <a:cs typeface="Arial Unicode MS" charset="0"/>
        </a:defRPr>
      </a:lvl9pPr>
    </p:titleStyle>
    <p:bodyStyle>
      <a:lvl1pPr marL="342900" indent="-342900" algn="l" defTabSz="457200" rtl="0" fontAlgn="base" hangingPunct="0">
        <a:lnSpc>
          <a:spcPct val="93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defTabSz="457200" rtl="0" fontAlgn="base" hangingPunct="0">
        <a:lnSpc>
          <a:spcPct val="93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FFFFFF"/>
          </a:solidFill>
          <a:latin typeface="+mn-lt"/>
          <a:cs typeface="+mn-cs"/>
        </a:defRPr>
      </a:lvl2pPr>
      <a:lvl3pPr marL="1143000" indent="-228600" algn="l" defTabSz="457200" rtl="0" fontAlgn="base" hangingPunct="0">
        <a:lnSpc>
          <a:spcPct val="93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FFFFFF"/>
          </a:solidFill>
          <a:latin typeface="+mn-lt"/>
          <a:cs typeface="+mn-cs"/>
        </a:defRPr>
      </a:lvl3pPr>
      <a:lvl4pPr marL="1600200" indent="-228600" algn="l" defTabSz="457200" rtl="0" fontAlgn="base" hangingPunct="0">
        <a:lnSpc>
          <a:spcPct val="93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FFFFFF"/>
          </a:solidFill>
          <a:latin typeface="+mn-lt"/>
          <a:cs typeface="+mn-cs"/>
        </a:defRPr>
      </a:lvl4pPr>
      <a:lvl5pPr marL="20574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FFFFFF"/>
          </a:solidFill>
          <a:latin typeface="+mn-lt"/>
          <a:cs typeface="+mn-cs"/>
        </a:defRPr>
      </a:lvl5pPr>
      <a:lvl6pPr marL="25146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FFFFFF"/>
          </a:solidFill>
          <a:latin typeface="+mn-lt"/>
          <a:cs typeface="+mn-cs"/>
        </a:defRPr>
      </a:lvl6pPr>
      <a:lvl7pPr marL="29718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FFFFFF"/>
          </a:solidFill>
          <a:latin typeface="+mn-lt"/>
          <a:cs typeface="+mn-cs"/>
        </a:defRPr>
      </a:lvl7pPr>
      <a:lvl8pPr marL="34290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FFFFFF"/>
          </a:solidFill>
          <a:latin typeface="+mn-lt"/>
          <a:cs typeface="+mn-cs"/>
        </a:defRPr>
      </a:lvl8pPr>
      <a:lvl9pPr marL="38862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FFFFFF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03238" y="301625"/>
            <a:ext cx="9069387" cy="1260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768475"/>
            <a:ext cx="9069387" cy="49879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2016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  <a:p>
            <a:pPr lvl="4"/>
            <a:r>
              <a:rPr lang="en-GB" smtClean="0"/>
              <a:t>Eighth Outline Level</a:t>
            </a:r>
          </a:p>
          <a:p>
            <a:pPr lvl="4"/>
            <a:r>
              <a:rPr lang="en-GB" smtClean="0"/>
              <a:t>Ninth Outline Level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576263" y="6886575"/>
            <a:ext cx="2346325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FFFFFF"/>
                </a:solidFill>
                <a:latin typeface="+mn-lt"/>
                <a:ea typeface="Lucida Sans Unicode" charset="0"/>
                <a:cs typeface="Lucida Sans Unicode" charset="0"/>
              </a:defRPr>
            </a:lvl1pPr>
          </a:lstStyle>
          <a:p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FFFFFF"/>
                </a:solidFill>
                <a:latin typeface="+mn-lt"/>
                <a:ea typeface="Lucida Sans Unicode" charset="0"/>
                <a:cs typeface="Lucida Sans Unicode" charset="0"/>
              </a:defRPr>
            </a:lvl1pPr>
          </a:lstStyle>
          <a:p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FFFFFF"/>
                </a:solidFill>
                <a:latin typeface="+mn-lt"/>
                <a:ea typeface="Lucida Sans Unicode" charset="0"/>
                <a:cs typeface="Lucida Sans Unicode" charset="0"/>
              </a:defRPr>
            </a:lvl1pPr>
          </a:lstStyle>
          <a:p>
            <a:fld id="{6728474A-9652-4EE8-9936-2525D848A3C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ctr" defTabSz="457200" rtl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>
          <a:solidFill>
            <a:srgbClr val="FFFFFF"/>
          </a:solidFill>
          <a:latin typeface="+mj-lt"/>
          <a:ea typeface="+mj-ea"/>
          <a:cs typeface="+mj-cs"/>
        </a:defRPr>
      </a:lvl1pPr>
      <a:lvl2pPr marL="742950" indent="-285750" algn="ctr" defTabSz="457200" rtl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>
          <a:solidFill>
            <a:srgbClr val="FFFFFF"/>
          </a:solidFill>
          <a:latin typeface="Times New Roman" pitchFamily="16" charset="0"/>
          <a:cs typeface="Arial Unicode MS" charset="0"/>
        </a:defRPr>
      </a:lvl2pPr>
      <a:lvl3pPr marL="1143000" indent="-228600" algn="ctr" defTabSz="457200" rtl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>
          <a:solidFill>
            <a:srgbClr val="FFFFFF"/>
          </a:solidFill>
          <a:latin typeface="Times New Roman" pitchFamily="16" charset="0"/>
          <a:cs typeface="Arial Unicode MS" charset="0"/>
        </a:defRPr>
      </a:lvl3pPr>
      <a:lvl4pPr marL="1600200" indent="-228600" algn="ctr" defTabSz="457200" rtl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>
          <a:solidFill>
            <a:srgbClr val="FFFFFF"/>
          </a:solidFill>
          <a:latin typeface="Times New Roman" pitchFamily="16" charset="0"/>
          <a:cs typeface="Arial Unicode MS" charset="0"/>
        </a:defRPr>
      </a:lvl4pPr>
      <a:lvl5pPr marL="2057400" indent="-228600" algn="ctr" defTabSz="457200" rtl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>
          <a:solidFill>
            <a:srgbClr val="FFFFFF"/>
          </a:solidFill>
          <a:latin typeface="Times New Roman" pitchFamily="16" charset="0"/>
          <a:cs typeface="Arial Unicode MS" charset="0"/>
        </a:defRPr>
      </a:lvl5pPr>
      <a:lvl6pPr marL="2514600" indent="-228600" algn="ctr" defTabSz="457200" rtl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>
          <a:solidFill>
            <a:srgbClr val="FFFFFF"/>
          </a:solidFill>
          <a:latin typeface="Times New Roman" pitchFamily="16" charset="0"/>
          <a:cs typeface="Arial Unicode MS" charset="0"/>
        </a:defRPr>
      </a:lvl6pPr>
      <a:lvl7pPr marL="2971800" indent="-228600" algn="ctr" defTabSz="457200" rtl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>
          <a:solidFill>
            <a:srgbClr val="FFFFFF"/>
          </a:solidFill>
          <a:latin typeface="Times New Roman" pitchFamily="16" charset="0"/>
          <a:cs typeface="Arial Unicode MS" charset="0"/>
        </a:defRPr>
      </a:lvl7pPr>
      <a:lvl8pPr marL="3429000" indent="-228600" algn="ctr" defTabSz="457200" rtl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>
          <a:solidFill>
            <a:srgbClr val="FFFFFF"/>
          </a:solidFill>
          <a:latin typeface="Times New Roman" pitchFamily="16" charset="0"/>
          <a:cs typeface="Arial Unicode MS" charset="0"/>
        </a:defRPr>
      </a:lvl8pPr>
      <a:lvl9pPr marL="3886200" indent="-228600" algn="ctr" defTabSz="457200" rtl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>
          <a:solidFill>
            <a:srgbClr val="FFFFFF"/>
          </a:solidFill>
          <a:latin typeface="Times New Roman" pitchFamily="16" charset="0"/>
          <a:cs typeface="Arial Unicode MS" charset="0"/>
        </a:defRPr>
      </a:lvl9pPr>
    </p:titleStyle>
    <p:bodyStyle>
      <a:lvl1pPr marL="342900" indent="-342900" algn="l" defTabSz="457200" rtl="0" fontAlgn="base" hangingPunct="0">
        <a:lnSpc>
          <a:spcPct val="95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defTabSz="457200" rtl="0" fontAlgn="base" hangingPunct="0">
        <a:lnSpc>
          <a:spcPct val="95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FFFFFF"/>
          </a:solidFill>
          <a:latin typeface="+mn-lt"/>
          <a:cs typeface="+mn-cs"/>
        </a:defRPr>
      </a:lvl2pPr>
      <a:lvl3pPr marL="1143000" indent="-228600" algn="l" defTabSz="457200" rtl="0" fontAlgn="base" hangingPunct="0">
        <a:lnSpc>
          <a:spcPct val="95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FFFFFF"/>
          </a:solidFill>
          <a:latin typeface="+mn-lt"/>
          <a:cs typeface="+mn-cs"/>
        </a:defRPr>
      </a:lvl3pPr>
      <a:lvl4pPr marL="1600200" indent="-228600" algn="l" defTabSz="457200" rtl="0" fontAlgn="base" hangingPunct="0">
        <a:lnSpc>
          <a:spcPct val="95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FFFFFF"/>
          </a:solidFill>
          <a:latin typeface="+mn-lt"/>
          <a:cs typeface="+mn-cs"/>
        </a:defRPr>
      </a:lvl4pPr>
      <a:lvl5pPr marL="2057400" indent="-228600" algn="l" defTabSz="457200" rtl="0" fontAlgn="base" hangingPunct="0">
        <a:lnSpc>
          <a:spcPct val="95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FFFFFF"/>
          </a:solidFill>
          <a:latin typeface="+mn-lt"/>
          <a:cs typeface="+mn-cs"/>
        </a:defRPr>
      </a:lvl5pPr>
      <a:lvl6pPr marL="2514600" indent="-228600" algn="l" defTabSz="457200" rtl="0" fontAlgn="base" hangingPunct="0">
        <a:lnSpc>
          <a:spcPct val="95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FFFFFF"/>
          </a:solidFill>
          <a:latin typeface="+mn-lt"/>
          <a:cs typeface="+mn-cs"/>
        </a:defRPr>
      </a:lvl6pPr>
      <a:lvl7pPr marL="2971800" indent="-228600" algn="l" defTabSz="457200" rtl="0" fontAlgn="base" hangingPunct="0">
        <a:lnSpc>
          <a:spcPct val="95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FFFFFF"/>
          </a:solidFill>
          <a:latin typeface="+mn-lt"/>
          <a:cs typeface="+mn-cs"/>
        </a:defRPr>
      </a:lvl7pPr>
      <a:lvl8pPr marL="3429000" indent="-228600" algn="l" defTabSz="457200" rtl="0" fontAlgn="base" hangingPunct="0">
        <a:lnSpc>
          <a:spcPct val="95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FFFFFF"/>
          </a:solidFill>
          <a:latin typeface="+mn-lt"/>
          <a:cs typeface="+mn-cs"/>
        </a:defRPr>
      </a:lvl8pPr>
      <a:lvl9pPr marL="3886200" indent="-228600" algn="l" defTabSz="457200" rtl="0" fontAlgn="base" hangingPunct="0">
        <a:lnSpc>
          <a:spcPct val="95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FFFFFF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720725"/>
            <a:ext cx="8278812" cy="1077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1979613"/>
            <a:ext cx="8278812" cy="4498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28224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  <a:p>
            <a:pPr lvl="4"/>
            <a:r>
              <a:rPr lang="en-GB" smtClean="0"/>
              <a:t>Eighth Outline Level</a:t>
            </a:r>
          </a:p>
          <a:p>
            <a:pPr lvl="4"/>
            <a:r>
              <a:rPr lang="en-GB" smtClean="0"/>
              <a:t>Ninth Outline Level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503238" y="6886575"/>
            <a:ext cx="2346325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endParaRPr lang="en-US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endParaRPr lang="en-US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fld id="{83FD6D47-89E6-4643-A571-652FDCFF3D39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2pPr>
      <a:lvl3pPr marL="11430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3pPr>
      <a:lvl4pPr marL="16002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4pPr>
      <a:lvl5pPr marL="20574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5pPr>
      <a:lvl6pPr marL="25146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6pPr>
      <a:lvl7pPr marL="29718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7pPr>
      <a:lvl8pPr marL="34290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8pPr>
      <a:lvl9pPr marL="3886200" indent="-228600" algn="ct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cs typeface="Arial Unicode MS" charset="0"/>
        </a:defRPr>
      </a:lvl9pPr>
    </p:titleStyle>
    <p:bodyStyle>
      <a:lvl1pPr marL="342900" indent="-342900" algn="l" defTabSz="457200" rtl="0" fontAlgn="base" hangingPunct="0">
        <a:lnSpc>
          <a:spcPct val="93000"/>
        </a:lnSpc>
        <a:spcBef>
          <a:spcPct val="0"/>
        </a:spcBef>
        <a:spcAft>
          <a:spcPts val="1413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fontAlgn="base" hangingPunct="0">
        <a:lnSpc>
          <a:spcPct val="93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000000"/>
          </a:solidFill>
          <a:latin typeface="+mn-lt"/>
          <a:cs typeface="+mn-cs"/>
        </a:defRPr>
      </a:lvl2pPr>
      <a:lvl3pPr marL="1143000" indent="-228600" algn="l" defTabSz="457200" rtl="0" fontAlgn="base" hangingPunct="0">
        <a:lnSpc>
          <a:spcPct val="93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+mn-lt"/>
          <a:cs typeface="+mn-cs"/>
        </a:defRPr>
      </a:lvl3pPr>
      <a:lvl4pPr marL="1600200" indent="-228600" algn="l" defTabSz="457200" rtl="0" fontAlgn="base" hangingPunct="0">
        <a:lnSpc>
          <a:spcPct val="93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635375" y="301625"/>
            <a:ext cx="6154738" cy="1260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79613" y="1768475"/>
            <a:ext cx="7773987" cy="3810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28224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  <a:p>
            <a:pPr lvl="4"/>
            <a:r>
              <a:rPr lang="en-GB" smtClean="0"/>
              <a:t>Eighth Outline Level</a:t>
            </a:r>
          </a:p>
          <a:p>
            <a:pPr lvl="4"/>
            <a:r>
              <a:rPr lang="en-GB" smtClean="0"/>
              <a:t>Ninth Outline Level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1763713" y="6094413"/>
            <a:ext cx="2346325" cy="5191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endParaRPr 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203700" y="6707188"/>
            <a:ext cx="3194050" cy="5191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515225" y="6707188"/>
            <a:ext cx="2346325" cy="5191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fld id="{5D67CBC8-C1C4-42F7-BC15-37E505681899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 i="1">
          <a:solidFill>
            <a:srgbClr val="800000"/>
          </a:solidFill>
          <a:latin typeface="+mj-lt"/>
          <a:ea typeface="+mj-ea"/>
          <a:cs typeface="+mj-cs"/>
        </a:defRPr>
      </a:lvl1pPr>
      <a:lvl2pPr marL="742950" indent="-285750" algn="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 i="1">
          <a:solidFill>
            <a:srgbClr val="800000"/>
          </a:solidFill>
          <a:latin typeface="Arial" charset="0"/>
          <a:cs typeface="Arial Unicode MS" charset="0"/>
        </a:defRPr>
      </a:lvl2pPr>
      <a:lvl3pPr marL="1143000" indent="-228600" algn="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 i="1">
          <a:solidFill>
            <a:srgbClr val="800000"/>
          </a:solidFill>
          <a:latin typeface="Arial" charset="0"/>
          <a:cs typeface="Arial Unicode MS" charset="0"/>
        </a:defRPr>
      </a:lvl3pPr>
      <a:lvl4pPr marL="1600200" indent="-228600" algn="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 i="1">
          <a:solidFill>
            <a:srgbClr val="800000"/>
          </a:solidFill>
          <a:latin typeface="Arial" charset="0"/>
          <a:cs typeface="Arial Unicode MS" charset="0"/>
        </a:defRPr>
      </a:lvl4pPr>
      <a:lvl5pPr marL="2057400" indent="-228600" algn="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 i="1">
          <a:solidFill>
            <a:srgbClr val="800000"/>
          </a:solidFill>
          <a:latin typeface="Arial" charset="0"/>
          <a:cs typeface="Arial Unicode MS" charset="0"/>
        </a:defRPr>
      </a:lvl5pPr>
      <a:lvl6pPr marL="2514600" indent="-228600" algn="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 i="1">
          <a:solidFill>
            <a:srgbClr val="800000"/>
          </a:solidFill>
          <a:latin typeface="Arial" charset="0"/>
          <a:cs typeface="Arial Unicode MS" charset="0"/>
        </a:defRPr>
      </a:lvl6pPr>
      <a:lvl7pPr marL="2971800" indent="-228600" algn="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 i="1">
          <a:solidFill>
            <a:srgbClr val="800000"/>
          </a:solidFill>
          <a:latin typeface="Arial" charset="0"/>
          <a:cs typeface="Arial Unicode MS" charset="0"/>
        </a:defRPr>
      </a:lvl7pPr>
      <a:lvl8pPr marL="3429000" indent="-228600" algn="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 i="1">
          <a:solidFill>
            <a:srgbClr val="800000"/>
          </a:solidFill>
          <a:latin typeface="Arial" charset="0"/>
          <a:cs typeface="Arial Unicode MS" charset="0"/>
        </a:defRPr>
      </a:lvl8pPr>
      <a:lvl9pPr marL="3886200" indent="-228600" algn="r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 b="1" i="1">
          <a:solidFill>
            <a:srgbClr val="800000"/>
          </a:solidFill>
          <a:latin typeface="Arial" charset="0"/>
          <a:cs typeface="Arial Unicode MS" charset="0"/>
        </a:defRPr>
      </a:lvl9pPr>
    </p:titleStyle>
    <p:bodyStyle>
      <a:lvl1pPr marL="342900" indent="-342900" algn="l" defTabSz="457200" rtl="0" fontAlgn="base" hangingPunct="0">
        <a:lnSpc>
          <a:spcPct val="93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fontAlgn="base" hangingPunct="0">
        <a:lnSpc>
          <a:spcPct val="93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000000"/>
          </a:solidFill>
          <a:latin typeface="+mn-lt"/>
          <a:cs typeface="+mn-cs"/>
        </a:defRPr>
      </a:lvl2pPr>
      <a:lvl3pPr marL="1143000" indent="-228600" algn="l" defTabSz="457200" rtl="0" fontAlgn="base" hangingPunct="0">
        <a:lnSpc>
          <a:spcPct val="93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+mn-lt"/>
          <a:cs typeface="+mn-cs"/>
        </a:defRPr>
      </a:lvl3pPr>
      <a:lvl4pPr marL="1600200" indent="-228600" algn="l" defTabSz="457200" rtl="0" fontAlgn="base" hangingPunct="0">
        <a:lnSpc>
          <a:spcPct val="93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4pPr>
      <a:lvl5pPr marL="20574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57200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AutoShape 1"/>
          <p:cNvSpPr>
            <a:spLocks noChangeArrowheads="1"/>
          </p:cNvSpPr>
          <p:nvPr/>
        </p:nvSpPr>
        <p:spPr bwMode="auto">
          <a:xfrm>
            <a:off x="2935288" y="2947988"/>
            <a:ext cx="2286000" cy="2057400"/>
          </a:xfrm>
          <a:prstGeom prst="roundRect">
            <a:avLst>
              <a:gd name="adj" fmla="val 74"/>
            </a:avLst>
          </a:prstGeom>
          <a:gradFill rotWithShape="0">
            <a:gsLst>
              <a:gs pos="0">
                <a:srgbClr val="666666">
                  <a:alpha val="66000"/>
                </a:srgbClr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093788" y="2779713"/>
            <a:ext cx="1069975" cy="603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60876" rIns="90000" bIns="45000"/>
          <a:lstStyle/>
          <a:p>
            <a:pPr>
              <a:tabLst>
                <a:tab pos="723900" algn="l"/>
              </a:tabLst>
            </a:pPr>
            <a:r>
              <a:rPr lang="en-US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Query</a:t>
            </a:r>
          </a:p>
          <a:p>
            <a:pPr>
              <a:tabLst>
                <a:tab pos="723900" algn="l"/>
              </a:tabLst>
            </a:pPr>
            <a:r>
              <a:rPr lang="en-US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Interface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060450" y="4462463"/>
            <a:ext cx="1301750" cy="603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60876" rIns="90000" bIns="45000"/>
          <a:lstStyle/>
          <a:p>
            <a:pPr>
              <a:tabLst>
                <a:tab pos="723900" algn="l"/>
              </a:tabLst>
            </a:pPr>
            <a:r>
              <a:rPr lang="en-US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Knowledge</a:t>
            </a:r>
          </a:p>
          <a:p>
            <a:pPr>
              <a:tabLst>
                <a:tab pos="723900" algn="l"/>
              </a:tabLst>
            </a:pPr>
            <a:r>
              <a:rPr lang="en-US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Interface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3422650" y="3336925"/>
            <a:ext cx="1341438" cy="6699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62640" rIns="90000" bIns="45000"/>
          <a:lstStyle/>
          <a:p>
            <a:pPr>
              <a:tabLst>
                <a:tab pos="723900" algn="l"/>
              </a:tabLst>
            </a:pPr>
            <a:r>
              <a:rPr lang="en-US" sz="2000" b="1" dirty="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Semantic</a:t>
            </a:r>
          </a:p>
          <a:p>
            <a:pPr>
              <a:tabLst>
                <a:tab pos="723900" algn="l"/>
              </a:tabLst>
            </a:pPr>
            <a:r>
              <a:rPr lang="en-US" sz="2000" b="1" dirty="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Reasoner</a:t>
            </a: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3246438" y="4402138"/>
            <a:ext cx="604837" cy="290512"/>
          </a:xfrm>
          <a:prstGeom prst="rect">
            <a:avLst/>
          </a:prstGeom>
          <a:solidFill>
            <a:srgbClr val="C0C0C0"/>
          </a:solidFill>
          <a:ln w="9525">
            <a:noFill/>
            <a:round/>
            <a:headEnd/>
            <a:tailEnd/>
          </a:ln>
          <a:effectLst>
            <a:outerShdw dist="12728" dir="2700000" algn="ctr" rotWithShape="0">
              <a:srgbClr val="808080"/>
            </a:outerShdw>
          </a:effectLst>
        </p:spPr>
        <p:txBody>
          <a:bodyPr wrap="none" lIns="90000" tIns="57347" rIns="90000" bIns="45000"/>
          <a:lstStyle/>
          <a:p>
            <a:r>
              <a:rPr lang="en-US" sz="1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ABox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4170363" y="4402138"/>
            <a:ext cx="593725" cy="290512"/>
          </a:xfrm>
          <a:prstGeom prst="rect">
            <a:avLst/>
          </a:prstGeom>
          <a:solidFill>
            <a:srgbClr val="C0C0C0"/>
          </a:solidFill>
          <a:ln w="9525">
            <a:noFill/>
            <a:round/>
            <a:headEnd/>
            <a:tailEnd/>
          </a:ln>
          <a:effectLst>
            <a:outerShdw dist="12728" dir="2700000" algn="ctr" rotWithShape="0">
              <a:srgbClr val="808080"/>
            </a:outerShdw>
          </a:effectLst>
        </p:spPr>
        <p:txBody>
          <a:bodyPr wrap="none" lIns="90000" tIns="57347" rIns="90000" bIns="45000"/>
          <a:lstStyle/>
          <a:p>
            <a:r>
              <a:rPr lang="en-US" sz="1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TBox</a:t>
            </a: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3392488" y="5226050"/>
            <a:ext cx="946150" cy="265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55584" rIns="90000" bIns="45000"/>
          <a:lstStyle/>
          <a:p>
            <a:pPr>
              <a:tabLst>
                <a:tab pos="723900" algn="l"/>
              </a:tabLst>
            </a:pPr>
            <a:r>
              <a:rPr lang="en-US" sz="1200" b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assertions</a:t>
            </a:r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4252913" y="5045075"/>
            <a:ext cx="1049337" cy="265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55584" rIns="90000" bIns="45000"/>
          <a:lstStyle/>
          <a:p>
            <a:pPr>
              <a:tabLst>
                <a:tab pos="723900" algn="l"/>
              </a:tabLst>
            </a:pPr>
            <a:r>
              <a:rPr lang="en-US" sz="1200" b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terminology</a:t>
            </a:r>
          </a:p>
        </p:txBody>
      </p:sp>
      <p:sp>
        <p:nvSpPr>
          <p:cNvPr id="11273" name="Line 9"/>
          <p:cNvSpPr>
            <a:spLocks noChangeShapeType="1"/>
          </p:cNvSpPr>
          <p:nvPr/>
        </p:nvSpPr>
        <p:spPr bwMode="auto">
          <a:xfrm flipV="1">
            <a:off x="3621088" y="4691063"/>
            <a:ext cx="1587" cy="917575"/>
          </a:xfrm>
          <a:prstGeom prst="line">
            <a:avLst/>
          </a:prstGeom>
          <a:noFill/>
          <a:ln w="18360">
            <a:solidFill>
              <a:srgbClr val="808080"/>
            </a:solidFill>
            <a:prstDash val="sysDot"/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74" name="Line 10"/>
          <p:cNvSpPr>
            <a:spLocks noChangeShapeType="1"/>
          </p:cNvSpPr>
          <p:nvPr/>
        </p:nvSpPr>
        <p:spPr bwMode="auto">
          <a:xfrm flipV="1">
            <a:off x="4535488" y="4691063"/>
            <a:ext cx="1587" cy="917575"/>
          </a:xfrm>
          <a:prstGeom prst="line">
            <a:avLst/>
          </a:prstGeom>
          <a:noFill/>
          <a:ln w="18360">
            <a:solidFill>
              <a:srgbClr val="808080"/>
            </a:solidFill>
            <a:prstDash val="sysDot"/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75" name="AutoShape 11"/>
          <p:cNvSpPr>
            <a:spLocks noChangeArrowheads="1"/>
          </p:cNvSpPr>
          <p:nvPr/>
        </p:nvSpPr>
        <p:spPr bwMode="auto">
          <a:xfrm>
            <a:off x="2249488" y="5149850"/>
            <a:ext cx="914400" cy="685800"/>
          </a:xfrm>
          <a:prstGeom prst="roundRect">
            <a:avLst>
              <a:gd name="adj" fmla="val 231"/>
            </a:avLst>
          </a:prstGeom>
          <a:gradFill rotWithShape="0">
            <a:gsLst>
              <a:gs pos="0">
                <a:srgbClr val="000000"/>
              </a:gs>
              <a:gs pos="100000">
                <a:srgbClr val="008000"/>
              </a:gs>
            </a:gsLst>
            <a:path path="shape">
              <a:fillToRect l="34999" t="29999" r="65001" b="70001"/>
            </a:path>
          </a:gradFill>
          <a:ln w="9525">
            <a:solidFill>
              <a:srgbClr val="000000"/>
            </a:solidFill>
            <a:round/>
            <a:headEnd/>
            <a:tailEnd/>
          </a:ln>
          <a:effectLst>
            <a:outerShdw dist="155281" dir="2700000" algn="ctr" rotWithShape="0">
              <a:srgbClr val="808080"/>
            </a:outerShdw>
          </a:effectLst>
        </p:spPr>
        <p:txBody>
          <a:bodyPr lIns="90000" tIns="57347" rIns="90000" bIns="45000" anchor="ctr" anchorCtr="1"/>
          <a:lstStyle/>
          <a:p>
            <a:pPr algn="ctr">
              <a:tabLst>
                <a:tab pos="723900" algn="l"/>
              </a:tabLst>
            </a:pPr>
            <a:r>
              <a:rPr lang="en-US" sz="1400">
                <a:solidFill>
                  <a:srgbClr val="FFFFFF"/>
                </a:solidFill>
                <a:ea typeface="Lucida Sans Unicode" charset="0"/>
                <a:cs typeface="Lucida Sans Unicode" charset="0"/>
              </a:rPr>
              <a:t>Triple </a:t>
            </a:r>
            <a:br>
              <a:rPr lang="en-US" sz="1400">
                <a:solidFill>
                  <a:srgbClr val="FFFFFF"/>
                </a:solidFill>
                <a:ea typeface="Lucida Sans Unicode" charset="0"/>
                <a:cs typeface="Lucida Sans Unicode" charset="0"/>
              </a:rPr>
            </a:br>
            <a:r>
              <a:rPr lang="en-US" sz="1400">
                <a:solidFill>
                  <a:srgbClr val="FFFFFF"/>
                </a:solidFill>
                <a:ea typeface="Lucida Sans Unicode" charset="0"/>
                <a:cs typeface="Lucida Sans Unicode" charset="0"/>
              </a:rPr>
              <a:t>Store</a:t>
            </a:r>
            <a:br>
              <a:rPr lang="en-US" sz="1400">
                <a:solidFill>
                  <a:srgbClr val="FFFFFF"/>
                </a:solidFill>
                <a:ea typeface="Lucida Sans Unicode" charset="0"/>
                <a:cs typeface="Lucida Sans Unicode" charset="0"/>
              </a:rPr>
            </a:br>
            <a:r>
              <a:rPr lang="en-US" sz="1400">
                <a:solidFill>
                  <a:srgbClr val="FFFFFF"/>
                </a:solidFill>
                <a:ea typeface="Lucida Sans Unicode" charset="0"/>
                <a:cs typeface="Lucida Sans Unicode" charset="0"/>
              </a:rPr>
              <a:t>Data</a:t>
            </a:r>
          </a:p>
        </p:txBody>
      </p:sp>
      <p:sp>
        <p:nvSpPr>
          <p:cNvPr id="11276" name="Line 12"/>
          <p:cNvSpPr>
            <a:spLocks noChangeShapeType="1"/>
          </p:cNvSpPr>
          <p:nvPr/>
        </p:nvSpPr>
        <p:spPr bwMode="auto">
          <a:xfrm>
            <a:off x="3163888" y="5607050"/>
            <a:ext cx="1371600" cy="1588"/>
          </a:xfrm>
          <a:prstGeom prst="line">
            <a:avLst/>
          </a:prstGeom>
          <a:noFill/>
          <a:ln w="18360">
            <a:solidFill>
              <a:schemeClr val="bg1">
                <a:lumMod val="50000"/>
              </a:schemeClr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77" name="Text Box 13"/>
          <p:cNvSpPr txBox="1">
            <a:spLocks noChangeArrowheads="1"/>
          </p:cNvSpPr>
          <p:nvPr/>
        </p:nvSpPr>
        <p:spPr bwMode="auto">
          <a:xfrm>
            <a:off x="3430588" y="5607050"/>
            <a:ext cx="1855787" cy="265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55584" rIns="90000" bIns="45000"/>
          <a:lstStyle/>
          <a:p>
            <a:pPr>
              <a:tabLst>
                <a:tab pos="723900" algn="l"/>
                <a:tab pos="1447800" algn="l"/>
              </a:tabLst>
            </a:pPr>
            <a:r>
              <a:rPr lang="en-US" sz="1200" b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indexing, name spaces</a:t>
            </a:r>
          </a:p>
        </p:txBody>
      </p:sp>
      <p:sp>
        <p:nvSpPr>
          <p:cNvPr id="11278" name="Freeform 14"/>
          <p:cNvSpPr>
            <a:spLocks noChangeArrowheads="1"/>
          </p:cNvSpPr>
          <p:nvPr/>
        </p:nvSpPr>
        <p:spPr bwMode="auto">
          <a:xfrm>
            <a:off x="1443038" y="5065713"/>
            <a:ext cx="457200" cy="457200"/>
          </a:xfrm>
          <a:custGeom>
            <a:avLst/>
            <a:gdLst/>
            <a:ahLst/>
            <a:cxnLst>
              <a:cxn ang="0">
                <a:pos x="517" y="247"/>
              </a:cxn>
              <a:cxn ang="0">
                <a:pos x="517" y="415"/>
              </a:cxn>
              <a:cxn ang="0">
                <a:pos x="264" y="415"/>
              </a:cxn>
              <a:cxn ang="0">
                <a:pos x="264" y="0"/>
              </a:cxn>
              <a:cxn ang="0">
                <a:pos x="0" y="0"/>
              </a:cxn>
              <a:cxn ang="0">
                <a:pos x="0" y="680"/>
              </a:cxn>
              <a:cxn ang="0">
                <a:pos x="517" y="680"/>
              </a:cxn>
              <a:cxn ang="0">
                <a:pos x="517" y="854"/>
              </a:cxn>
              <a:cxn ang="0">
                <a:pos x="841" y="547"/>
              </a:cxn>
              <a:cxn ang="0">
                <a:pos x="517" y="247"/>
              </a:cxn>
            </a:cxnLst>
            <a:rect l="0" t="0" r="r" b="b"/>
            <a:pathLst>
              <a:path w="841" h="854">
                <a:moveTo>
                  <a:pt x="517" y="247"/>
                </a:moveTo>
                <a:lnTo>
                  <a:pt x="517" y="415"/>
                </a:lnTo>
                <a:lnTo>
                  <a:pt x="264" y="415"/>
                </a:lnTo>
                <a:lnTo>
                  <a:pt x="264" y="0"/>
                </a:lnTo>
                <a:lnTo>
                  <a:pt x="0" y="0"/>
                </a:lnTo>
                <a:lnTo>
                  <a:pt x="0" y="680"/>
                </a:lnTo>
                <a:lnTo>
                  <a:pt x="517" y="680"/>
                </a:lnTo>
                <a:lnTo>
                  <a:pt x="517" y="854"/>
                </a:lnTo>
                <a:lnTo>
                  <a:pt x="841" y="547"/>
                </a:lnTo>
                <a:lnTo>
                  <a:pt x="517" y="247"/>
                </a:lnTo>
                <a:close/>
              </a:path>
            </a:pathLst>
          </a:custGeom>
          <a:solidFill>
            <a:srgbClr val="99CCFF"/>
          </a:solidFill>
          <a:ln w="9525">
            <a:solidFill>
              <a:srgbClr val="0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9" name="Freeform 15"/>
          <p:cNvSpPr>
            <a:spLocks noChangeArrowheads="1"/>
          </p:cNvSpPr>
          <p:nvPr/>
        </p:nvSpPr>
        <p:spPr bwMode="auto">
          <a:xfrm>
            <a:off x="1479550" y="3429000"/>
            <a:ext cx="457200" cy="457200"/>
          </a:xfrm>
          <a:custGeom>
            <a:avLst/>
            <a:gdLst/>
            <a:ahLst/>
            <a:cxnLst>
              <a:cxn ang="0">
                <a:pos x="517" y="247"/>
              </a:cxn>
              <a:cxn ang="0">
                <a:pos x="517" y="415"/>
              </a:cxn>
              <a:cxn ang="0">
                <a:pos x="264" y="415"/>
              </a:cxn>
              <a:cxn ang="0">
                <a:pos x="264" y="0"/>
              </a:cxn>
              <a:cxn ang="0">
                <a:pos x="0" y="0"/>
              </a:cxn>
              <a:cxn ang="0">
                <a:pos x="0" y="680"/>
              </a:cxn>
              <a:cxn ang="0">
                <a:pos x="517" y="680"/>
              </a:cxn>
              <a:cxn ang="0">
                <a:pos x="517" y="854"/>
              </a:cxn>
              <a:cxn ang="0">
                <a:pos x="841" y="547"/>
              </a:cxn>
              <a:cxn ang="0">
                <a:pos x="517" y="247"/>
              </a:cxn>
            </a:cxnLst>
            <a:rect l="0" t="0" r="r" b="b"/>
            <a:pathLst>
              <a:path w="841" h="854">
                <a:moveTo>
                  <a:pt x="517" y="247"/>
                </a:moveTo>
                <a:lnTo>
                  <a:pt x="517" y="415"/>
                </a:lnTo>
                <a:lnTo>
                  <a:pt x="264" y="415"/>
                </a:lnTo>
                <a:lnTo>
                  <a:pt x="264" y="0"/>
                </a:lnTo>
                <a:lnTo>
                  <a:pt x="0" y="0"/>
                </a:lnTo>
                <a:lnTo>
                  <a:pt x="0" y="680"/>
                </a:lnTo>
                <a:lnTo>
                  <a:pt x="517" y="680"/>
                </a:lnTo>
                <a:lnTo>
                  <a:pt x="517" y="854"/>
                </a:lnTo>
                <a:lnTo>
                  <a:pt x="841" y="547"/>
                </a:lnTo>
                <a:lnTo>
                  <a:pt x="517" y="247"/>
                </a:lnTo>
                <a:close/>
              </a:path>
            </a:pathLst>
          </a:custGeom>
          <a:solidFill>
            <a:srgbClr val="99CCFF"/>
          </a:solidFill>
          <a:ln w="9525">
            <a:solidFill>
              <a:srgbClr val="0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0" name="Text Box 16"/>
          <p:cNvSpPr txBox="1">
            <a:spLocks noChangeArrowheads="1"/>
          </p:cNvSpPr>
          <p:nvPr/>
        </p:nvSpPr>
        <p:spPr bwMode="auto">
          <a:xfrm>
            <a:off x="2770188" y="1936750"/>
            <a:ext cx="1343025" cy="685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57347" rIns="90000" bIns="45000"/>
          <a:lstStyle/>
          <a:p>
            <a:pPr algn="ctr">
              <a:tabLst>
                <a:tab pos="723900" algn="l"/>
              </a:tabLst>
            </a:pPr>
            <a:r>
              <a:rPr lang="en-US" sz="1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information</a:t>
            </a:r>
          </a:p>
          <a:p>
            <a:pPr algn="ctr">
              <a:tabLst>
                <a:tab pos="723900" algn="l"/>
              </a:tabLst>
            </a:pPr>
            <a:r>
              <a:rPr lang="en-US" sz="1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criteria metrics</a:t>
            </a:r>
          </a:p>
        </p:txBody>
      </p:sp>
      <p:sp>
        <p:nvSpPr>
          <p:cNvPr id="11281" name="Line 17"/>
          <p:cNvSpPr>
            <a:spLocks noChangeShapeType="1"/>
          </p:cNvSpPr>
          <p:nvPr/>
        </p:nvSpPr>
        <p:spPr bwMode="auto">
          <a:xfrm flipV="1">
            <a:off x="3441700" y="2428875"/>
            <a:ext cx="6350" cy="520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82" name="AutoShape 18"/>
          <p:cNvSpPr>
            <a:spLocks noChangeArrowheads="1"/>
          </p:cNvSpPr>
          <p:nvPr/>
        </p:nvSpPr>
        <p:spPr bwMode="auto">
          <a:xfrm>
            <a:off x="4992688" y="4235450"/>
            <a:ext cx="2286000" cy="769938"/>
          </a:xfrm>
          <a:prstGeom prst="roundRect">
            <a:avLst>
              <a:gd name="adj" fmla="val 204"/>
            </a:avLst>
          </a:prstGeom>
          <a:gradFill rotWithShape="0">
            <a:gsLst>
              <a:gs pos="0">
                <a:srgbClr val="666666">
                  <a:alpha val="73000"/>
                </a:srgbClr>
              </a:gs>
              <a:gs pos="100000">
                <a:srgbClr val="FFFFFF"/>
              </a:gs>
            </a:gsLst>
            <a:lin ang="10800000" scaled="1"/>
          </a:gra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3621088" y="4154488"/>
            <a:ext cx="801687" cy="2730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56466" rIns="90000" bIns="45000"/>
          <a:lstStyle/>
          <a:p>
            <a:pPr>
              <a:tabLst>
                <a:tab pos="723900" algn="l"/>
              </a:tabLst>
            </a:pPr>
            <a:r>
              <a:rPr lang="en-US" sz="13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ontology</a:t>
            </a:r>
          </a:p>
        </p:txBody>
      </p:sp>
      <p:sp>
        <p:nvSpPr>
          <p:cNvPr id="11284" name="Text Box 20"/>
          <p:cNvSpPr txBox="1">
            <a:spLocks noChangeArrowheads="1"/>
          </p:cNvSpPr>
          <p:nvPr/>
        </p:nvSpPr>
        <p:spPr bwMode="auto">
          <a:xfrm>
            <a:off x="5499100" y="4548188"/>
            <a:ext cx="1751013" cy="3794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62640" rIns="90000" bIns="45000"/>
          <a:lstStyle/>
          <a:p>
            <a:pPr>
              <a:tabLst>
                <a:tab pos="723900" algn="l"/>
                <a:tab pos="1447800" algn="l"/>
              </a:tabLst>
            </a:pPr>
            <a:r>
              <a:rPr lang="en-US" sz="2000" b="1" dirty="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Kbase Model</a:t>
            </a:r>
          </a:p>
        </p:txBody>
      </p:sp>
      <p:sp>
        <p:nvSpPr>
          <p:cNvPr id="11285" name="Text Box 21"/>
          <p:cNvSpPr txBox="1">
            <a:spLocks noChangeArrowheads="1"/>
          </p:cNvSpPr>
          <p:nvPr/>
        </p:nvSpPr>
        <p:spPr bwMode="auto">
          <a:xfrm>
            <a:off x="2214563" y="3059113"/>
            <a:ext cx="663575" cy="4873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57347" rIns="90000" bIns="45000"/>
          <a:lstStyle/>
          <a:p>
            <a:r>
              <a:rPr lang="en-US" sz="1400" i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Model</a:t>
            </a:r>
          </a:p>
          <a:p>
            <a:r>
              <a:rPr lang="en-US" sz="1400" i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select</a:t>
            </a:r>
          </a:p>
        </p:txBody>
      </p:sp>
      <p:sp>
        <p:nvSpPr>
          <p:cNvPr id="11286" name="Text Box 22"/>
          <p:cNvSpPr txBox="1">
            <a:spLocks noChangeArrowheads="1"/>
          </p:cNvSpPr>
          <p:nvPr/>
        </p:nvSpPr>
        <p:spPr bwMode="auto">
          <a:xfrm>
            <a:off x="2214563" y="3778250"/>
            <a:ext cx="704850" cy="4873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57347" rIns="90000" bIns="45000"/>
          <a:lstStyle/>
          <a:p>
            <a:r>
              <a:rPr lang="en-US" sz="1400" i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Param</a:t>
            </a:r>
          </a:p>
          <a:p>
            <a:r>
              <a:rPr lang="en-US" sz="1400" i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select</a:t>
            </a:r>
          </a:p>
        </p:txBody>
      </p:sp>
      <p:sp>
        <p:nvSpPr>
          <p:cNvPr id="11287" name="Text Box 23"/>
          <p:cNvSpPr txBox="1">
            <a:spLocks noChangeArrowheads="1"/>
          </p:cNvSpPr>
          <p:nvPr/>
        </p:nvSpPr>
        <p:spPr bwMode="auto">
          <a:xfrm>
            <a:off x="4251325" y="1949450"/>
            <a:ext cx="1001713" cy="6016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57347" rIns="90000" bIns="45000"/>
          <a:lstStyle/>
          <a:p>
            <a:pPr algn="ctr">
              <a:tabLst>
                <a:tab pos="723900" algn="l"/>
              </a:tabLst>
            </a:pPr>
            <a:r>
              <a:rPr lang="en-US" sz="1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PSD, PDF</a:t>
            </a:r>
          </a:p>
          <a:p>
            <a:pPr algn="ctr">
              <a:tabLst>
                <a:tab pos="723900" algn="l"/>
              </a:tabLst>
            </a:pPr>
            <a:r>
              <a:rPr lang="en-US" sz="1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artifacts</a:t>
            </a:r>
          </a:p>
        </p:txBody>
      </p:sp>
      <p:sp>
        <p:nvSpPr>
          <p:cNvPr id="11288" name="Line 24"/>
          <p:cNvSpPr>
            <a:spLocks noChangeShapeType="1"/>
          </p:cNvSpPr>
          <p:nvPr/>
        </p:nvSpPr>
        <p:spPr bwMode="auto">
          <a:xfrm flipV="1">
            <a:off x="4813300" y="2428875"/>
            <a:ext cx="1588" cy="520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89" name="Text Box 25"/>
          <p:cNvSpPr txBox="1">
            <a:spLocks noChangeArrowheads="1"/>
          </p:cNvSpPr>
          <p:nvPr/>
        </p:nvSpPr>
        <p:spPr bwMode="auto">
          <a:xfrm>
            <a:off x="5041900" y="4235450"/>
            <a:ext cx="538163" cy="2730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56466" rIns="90000" bIns="45000"/>
          <a:lstStyle/>
          <a:p>
            <a:r>
              <a:rPr lang="en-US" sz="1300" dirty="0" smtClean="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rules / entailments</a:t>
            </a:r>
            <a:endParaRPr lang="en-US" sz="13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11290" name="Text Box 26"/>
          <p:cNvSpPr txBox="1">
            <a:spLocks noChangeArrowheads="1"/>
          </p:cNvSpPr>
          <p:nvPr/>
        </p:nvSpPr>
        <p:spPr bwMode="auto">
          <a:xfrm>
            <a:off x="6592888" y="1720850"/>
            <a:ext cx="1525587" cy="5175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60876" rIns="90000" bIns="45000"/>
          <a:lstStyle/>
          <a:p>
            <a:pPr algn="ctr">
              <a:tabLst>
                <a:tab pos="723900" algn="l"/>
                <a:tab pos="1447800" algn="l"/>
              </a:tabLst>
            </a:pPr>
            <a:r>
              <a:rPr lang="en-US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Remote Data</a:t>
            </a:r>
          </a:p>
          <a:p>
            <a:pPr algn="ctr">
              <a:tabLst>
                <a:tab pos="723900" algn="l"/>
                <a:tab pos="1447800" algn="l"/>
              </a:tabLst>
            </a:pPr>
            <a:r>
              <a:rPr lang="en-US" sz="12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(buoys, stations)</a:t>
            </a:r>
          </a:p>
        </p:txBody>
      </p:sp>
      <p:sp>
        <p:nvSpPr>
          <p:cNvPr id="11291" name="Line 27"/>
          <p:cNvSpPr>
            <a:spLocks noChangeShapeType="1"/>
          </p:cNvSpPr>
          <p:nvPr/>
        </p:nvSpPr>
        <p:spPr bwMode="auto">
          <a:xfrm flipH="1">
            <a:off x="5448300" y="2178050"/>
            <a:ext cx="1146175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92" name="AutoShape 28"/>
          <p:cNvSpPr>
            <a:spLocks noChangeArrowheads="1"/>
          </p:cNvSpPr>
          <p:nvPr/>
        </p:nvSpPr>
        <p:spPr bwMode="auto">
          <a:xfrm>
            <a:off x="5449888" y="3163888"/>
            <a:ext cx="914400" cy="2286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99CCFF"/>
          </a:solidFill>
          <a:ln w="9525">
            <a:solidFill>
              <a:srgbClr val="0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3" name="AutoShape 29"/>
          <p:cNvSpPr>
            <a:spLocks noChangeArrowheads="1"/>
          </p:cNvSpPr>
          <p:nvPr/>
        </p:nvSpPr>
        <p:spPr bwMode="auto">
          <a:xfrm>
            <a:off x="5449888" y="3706813"/>
            <a:ext cx="914400" cy="2286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99CCFF"/>
          </a:solidFill>
          <a:ln w="9525">
            <a:solidFill>
              <a:srgbClr val="0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4" name="Text Box 30"/>
          <p:cNvSpPr txBox="1">
            <a:spLocks noChangeArrowheads="1"/>
          </p:cNvSpPr>
          <p:nvPr/>
        </p:nvSpPr>
        <p:spPr bwMode="auto">
          <a:xfrm>
            <a:off x="1244600" y="1287463"/>
            <a:ext cx="1233488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60876" rIns="90000" bIns="45000"/>
          <a:lstStyle/>
          <a:p>
            <a:pPr algn="ctr">
              <a:tabLst>
                <a:tab pos="723900" algn="l"/>
              </a:tabLst>
            </a:pPr>
            <a:r>
              <a:rPr lang="en-US" i="1">
                <a:solidFill>
                  <a:srgbClr val="23B8DC"/>
                </a:solidFill>
                <a:ea typeface="Lucida Sans Unicode" charset="0"/>
                <a:cs typeface="Lucida Sans Unicode" charset="0"/>
              </a:rPr>
              <a:t>Interactive</a:t>
            </a:r>
          </a:p>
          <a:p>
            <a:pPr algn="ctr">
              <a:tabLst>
                <a:tab pos="723900" algn="l"/>
              </a:tabLst>
            </a:pPr>
            <a:r>
              <a:rPr lang="en-US" i="1">
                <a:solidFill>
                  <a:srgbClr val="23B8DC"/>
                </a:solidFill>
                <a:ea typeface="Lucida Sans Unicode" charset="0"/>
                <a:cs typeface="Lucida Sans Unicode" charset="0"/>
              </a:rPr>
              <a:t>Mode</a:t>
            </a:r>
          </a:p>
        </p:txBody>
      </p:sp>
      <p:sp>
        <p:nvSpPr>
          <p:cNvPr id="11295" name="Text Box 31"/>
          <p:cNvSpPr txBox="1">
            <a:spLocks noChangeArrowheads="1"/>
          </p:cNvSpPr>
          <p:nvPr/>
        </p:nvSpPr>
        <p:spPr bwMode="auto">
          <a:xfrm>
            <a:off x="5307012" y="1287463"/>
            <a:ext cx="1485899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60876" rIns="90000" bIns="45000"/>
          <a:lstStyle/>
          <a:p>
            <a:pPr algn="ctr">
              <a:tabLst>
                <a:tab pos="723900" algn="l"/>
              </a:tabLst>
            </a:pPr>
            <a:r>
              <a:rPr lang="en-US" i="1" dirty="0">
                <a:solidFill>
                  <a:srgbClr val="23B8DC"/>
                </a:solidFill>
                <a:ea typeface="Lucida Sans Unicode" charset="0"/>
                <a:cs typeface="Lucida Sans Unicode" charset="0"/>
              </a:rPr>
              <a:t>Automation</a:t>
            </a:r>
          </a:p>
          <a:p>
            <a:pPr algn="ctr">
              <a:tabLst>
                <a:tab pos="723900" algn="l"/>
              </a:tabLst>
            </a:pPr>
            <a:r>
              <a:rPr lang="en-US" i="1" dirty="0">
                <a:solidFill>
                  <a:srgbClr val="23B8DC"/>
                </a:solidFill>
                <a:ea typeface="Lucida Sans Unicode" charset="0"/>
                <a:cs typeface="Lucida Sans Unicode" charset="0"/>
              </a:rPr>
              <a:t>Mode</a:t>
            </a:r>
          </a:p>
        </p:txBody>
      </p:sp>
      <p:sp>
        <p:nvSpPr>
          <p:cNvPr id="11296" name="Text Box 32"/>
          <p:cNvSpPr txBox="1">
            <a:spLocks noChangeArrowheads="1"/>
          </p:cNvSpPr>
          <p:nvPr/>
        </p:nvSpPr>
        <p:spPr bwMode="auto">
          <a:xfrm>
            <a:off x="6870700" y="2490788"/>
            <a:ext cx="1673225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60876" rIns="90000" bIns="45000"/>
          <a:lstStyle/>
          <a:p>
            <a:pPr>
              <a:tabLst>
                <a:tab pos="723900" algn="l"/>
                <a:tab pos="1447800" algn="l"/>
              </a:tabLst>
            </a:pPr>
            <a:r>
              <a:rPr lang="en-US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Interoperability</a:t>
            </a:r>
          </a:p>
        </p:txBody>
      </p:sp>
      <p:sp>
        <p:nvSpPr>
          <p:cNvPr id="11297" name="Text Box 33"/>
          <p:cNvSpPr txBox="1">
            <a:spLocks noChangeArrowheads="1"/>
          </p:cNvSpPr>
          <p:nvPr/>
        </p:nvSpPr>
        <p:spPr bwMode="auto">
          <a:xfrm>
            <a:off x="7558088" y="3092450"/>
            <a:ext cx="688975" cy="376238"/>
          </a:xfrm>
          <a:prstGeom prst="rect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000" tIns="62640" rIns="90000" bIns="45000"/>
          <a:lstStyle/>
          <a:p>
            <a:r>
              <a:rPr lang="en-US" sz="20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FMI</a:t>
            </a:r>
          </a:p>
        </p:txBody>
      </p:sp>
      <p:sp>
        <p:nvSpPr>
          <p:cNvPr id="11298" name="Text Box 34"/>
          <p:cNvSpPr txBox="1">
            <a:spLocks noChangeArrowheads="1"/>
          </p:cNvSpPr>
          <p:nvPr/>
        </p:nvSpPr>
        <p:spPr bwMode="auto">
          <a:xfrm>
            <a:off x="6750050" y="3092450"/>
            <a:ext cx="801688" cy="376238"/>
          </a:xfrm>
          <a:prstGeom prst="rect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000" tIns="62640" rIns="90000" bIns="45000"/>
          <a:lstStyle/>
          <a:p>
            <a:pPr>
              <a:tabLst>
                <a:tab pos="723900" algn="l"/>
              </a:tabLst>
            </a:pPr>
            <a:r>
              <a:rPr lang="en-US" sz="20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FMU</a:t>
            </a:r>
          </a:p>
        </p:txBody>
      </p:sp>
      <p:sp>
        <p:nvSpPr>
          <p:cNvPr id="11299" name="Text Box 35"/>
          <p:cNvSpPr txBox="1">
            <a:spLocks noChangeArrowheads="1"/>
          </p:cNvSpPr>
          <p:nvPr/>
        </p:nvSpPr>
        <p:spPr bwMode="auto">
          <a:xfrm>
            <a:off x="7302500" y="4271963"/>
            <a:ext cx="1233488" cy="688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57347" rIns="90000" bIns="45000"/>
          <a:lstStyle/>
          <a:p>
            <a:pPr>
              <a:tabLst>
                <a:tab pos="723900" algn="l"/>
              </a:tabLst>
            </a:pPr>
            <a:r>
              <a:rPr lang="en-US" sz="1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1. search</a:t>
            </a:r>
          </a:p>
          <a:p>
            <a:pPr>
              <a:tabLst>
                <a:tab pos="723900" algn="l"/>
              </a:tabLst>
            </a:pPr>
            <a:r>
              <a:rPr lang="en-US" sz="1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2. algorithms</a:t>
            </a:r>
          </a:p>
          <a:p>
            <a:pPr>
              <a:tabLst>
                <a:tab pos="723900" algn="l"/>
              </a:tabLst>
            </a:pPr>
            <a:r>
              <a:rPr lang="en-US" sz="1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3. generators</a:t>
            </a:r>
          </a:p>
        </p:txBody>
      </p:sp>
      <p:sp>
        <p:nvSpPr>
          <p:cNvPr id="11300" name="Text Box 36"/>
          <p:cNvSpPr txBox="1">
            <a:spLocks noChangeArrowheads="1"/>
          </p:cNvSpPr>
          <p:nvPr/>
        </p:nvSpPr>
        <p:spPr bwMode="auto">
          <a:xfrm>
            <a:off x="6580188" y="5033963"/>
            <a:ext cx="1941512" cy="3444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60876" rIns="90000" bIns="45000"/>
          <a:lstStyle/>
          <a:p>
            <a:pPr>
              <a:tabLst>
                <a:tab pos="723900" algn="l"/>
                <a:tab pos="1447800" algn="l"/>
              </a:tabLst>
            </a:pPr>
            <a:r>
              <a:rPr lang="en-US" i="1" dirty="0" smtClean="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Inference </a:t>
            </a:r>
            <a:r>
              <a:rPr lang="en-US" i="1" dirty="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library</a:t>
            </a:r>
          </a:p>
        </p:txBody>
      </p:sp>
      <p:sp>
        <p:nvSpPr>
          <p:cNvPr id="11301" name="Text Box 37"/>
          <p:cNvSpPr txBox="1">
            <a:spLocks noChangeArrowheads="1"/>
          </p:cNvSpPr>
          <p:nvPr/>
        </p:nvSpPr>
        <p:spPr bwMode="auto">
          <a:xfrm>
            <a:off x="5270500" y="3405188"/>
            <a:ext cx="866775" cy="2889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57347" rIns="90000" bIns="45000"/>
          <a:lstStyle/>
          <a:p>
            <a:pPr>
              <a:tabLst>
                <a:tab pos="723900" algn="l"/>
              </a:tabLst>
            </a:pPr>
            <a:r>
              <a:rPr lang="en-US" sz="1400" i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Services</a:t>
            </a:r>
          </a:p>
        </p:txBody>
      </p:sp>
      <p:sp>
        <p:nvSpPr>
          <p:cNvPr id="11302" name="Text Box 38"/>
          <p:cNvSpPr txBox="1">
            <a:spLocks noChangeArrowheads="1"/>
          </p:cNvSpPr>
          <p:nvPr/>
        </p:nvSpPr>
        <p:spPr bwMode="auto">
          <a:xfrm>
            <a:off x="1992312" y="122237"/>
            <a:ext cx="6324600" cy="4016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txBody>
          <a:bodyPr wrap="none" lIns="90000" tIns="64404" rIns="90000" bIns="45000"/>
          <a:lstStyle/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</a:pPr>
            <a:r>
              <a:rPr lang="en-US" sz="2200" dirty="0">
                <a:solidFill>
                  <a:srgbClr val="FFFFFF"/>
                </a:solidFill>
                <a:ea typeface="Lucida Sans Unicode" charset="0"/>
                <a:cs typeface="Lucida Sans Unicode" charset="0"/>
              </a:rPr>
              <a:t>Semantic Context </a:t>
            </a:r>
            <a:r>
              <a:rPr lang="en-US" sz="2200" dirty="0" smtClean="0">
                <a:solidFill>
                  <a:srgbClr val="FFFFFF"/>
                </a:solidFill>
                <a:ea typeface="Lucida Sans Unicode" charset="0"/>
                <a:cs typeface="Lucida Sans Unicode" charset="0"/>
              </a:rPr>
              <a:t>Architecture for Interoperability</a:t>
            </a:r>
            <a:endParaRPr lang="en-US" sz="2200" dirty="0">
              <a:solidFill>
                <a:srgbClr val="FFFFFF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11303" name="Text Box 39"/>
          <p:cNvSpPr txBox="1">
            <a:spLocks noChangeArrowheads="1"/>
          </p:cNvSpPr>
          <p:nvPr/>
        </p:nvSpPr>
        <p:spPr bwMode="auto">
          <a:xfrm>
            <a:off x="5270500" y="5194300"/>
            <a:ext cx="1193800" cy="688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57347" rIns="90000" bIns="45000"/>
          <a:lstStyle/>
          <a:p>
            <a:pPr>
              <a:tabLst>
                <a:tab pos="723900" algn="l"/>
              </a:tabLst>
            </a:pPr>
            <a:r>
              <a:rPr lang="en-US" sz="1400" dirty="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1. </a:t>
            </a:r>
            <a:r>
              <a:rPr lang="en-US" sz="1400" i="1" dirty="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SWEET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2. geospatial</a:t>
            </a:r>
          </a:p>
          <a:p>
            <a:pPr>
              <a:tabLst>
                <a:tab pos="723900" algn="l"/>
              </a:tabLst>
            </a:pPr>
            <a:r>
              <a:rPr lang="en-US" sz="1400" dirty="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3. </a:t>
            </a:r>
            <a:r>
              <a:rPr lang="en-US" sz="1400" dirty="0" smtClean="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meta / ref</a:t>
            </a:r>
            <a:endParaRPr lang="en-US" sz="14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11304" name="Oval 40"/>
          <p:cNvSpPr>
            <a:spLocks noChangeArrowheads="1"/>
          </p:cNvSpPr>
          <p:nvPr/>
        </p:nvSpPr>
        <p:spPr bwMode="auto">
          <a:xfrm>
            <a:off x="6640512" y="3598863"/>
            <a:ext cx="1701799" cy="4572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000" tIns="60876" rIns="90000" bIns="45000" anchor="ctr"/>
          <a:lstStyle/>
          <a:p>
            <a:pPr algn="ctr">
              <a:tabLst>
                <a:tab pos="723900" algn="l"/>
                <a:tab pos="1447800" algn="l"/>
              </a:tabLst>
            </a:pPr>
            <a:r>
              <a:rPr lang="en-US" dirty="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Web served</a:t>
            </a:r>
          </a:p>
        </p:txBody>
      </p:sp>
      <p:sp>
        <p:nvSpPr>
          <p:cNvPr id="11305" name="AutoShape 41"/>
          <p:cNvSpPr>
            <a:spLocks noChangeArrowheads="1"/>
          </p:cNvSpPr>
          <p:nvPr/>
        </p:nvSpPr>
        <p:spPr bwMode="auto">
          <a:xfrm>
            <a:off x="6184900" y="2719388"/>
            <a:ext cx="457200" cy="298450"/>
          </a:xfrm>
          <a:prstGeom prst="can">
            <a:avLst>
              <a:gd name="adj" fmla="val 20046"/>
            </a:avLst>
          </a:prstGeom>
          <a:solidFill>
            <a:srgbClr val="99CCFF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000" tIns="55584" rIns="90000" bIns="45000" anchor="ctr"/>
          <a:lstStyle/>
          <a:p>
            <a:pPr algn="ctr"/>
            <a:r>
              <a:rPr lang="en-US" sz="12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Files</a:t>
            </a:r>
          </a:p>
        </p:txBody>
      </p:sp>
      <p:sp>
        <p:nvSpPr>
          <p:cNvPr id="11306" name="Text Box 42"/>
          <p:cNvSpPr txBox="1">
            <a:spLocks noChangeArrowheads="1"/>
          </p:cNvSpPr>
          <p:nvPr/>
        </p:nvSpPr>
        <p:spPr bwMode="auto">
          <a:xfrm>
            <a:off x="3516312" y="2560637"/>
            <a:ext cx="1181100" cy="346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60876" rIns="90000" bIns="45000"/>
          <a:lstStyle/>
          <a:p>
            <a:pPr>
              <a:tabLst>
                <a:tab pos="723900" algn="l"/>
              </a:tabLst>
            </a:pPr>
            <a:r>
              <a:rPr lang="en-US" dirty="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Feedback</a:t>
            </a:r>
          </a:p>
        </p:txBody>
      </p:sp>
      <p:sp>
        <p:nvSpPr>
          <p:cNvPr id="11307" name="Text Box 43"/>
          <p:cNvSpPr txBox="1">
            <a:spLocks noChangeArrowheads="1"/>
          </p:cNvSpPr>
          <p:nvPr/>
        </p:nvSpPr>
        <p:spPr bwMode="auto">
          <a:xfrm rot="16200000">
            <a:off x="7878763" y="3111519"/>
            <a:ext cx="2393950" cy="603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60876" rIns="90000" bIns="45000"/>
          <a:lstStyle/>
          <a:p>
            <a:pPr>
              <a:tabLst>
                <a:tab pos="723900" algn="l"/>
                <a:tab pos="1447800" algn="l"/>
                <a:tab pos="2171700" algn="l"/>
              </a:tabLst>
            </a:pPr>
            <a:r>
              <a:rPr lang="en-US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VATR / Testbench</a:t>
            </a:r>
          </a:p>
          <a:p>
            <a:pPr>
              <a:tabLst>
                <a:tab pos="723900" algn="l"/>
                <a:tab pos="1447800" algn="l"/>
                <a:tab pos="2171700" algn="l"/>
              </a:tabLst>
            </a:pPr>
            <a:endParaRPr lang="en-US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11308" name="Line 44"/>
          <p:cNvSpPr>
            <a:spLocks noChangeShapeType="1"/>
          </p:cNvSpPr>
          <p:nvPr/>
        </p:nvSpPr>
        <p:spPr bwMode="auto">
          <a:xfrm>
            <a:off x="8694738" y="2895600"/>
            <a:ext cx="1587" cy="1319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11310" name="Picture 4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64512" y="1798637"/>
            <a:ext cx="381000" cy="51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Picture 48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02112" y="1189037"/>
            <a:ext cx="933817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0" name="Rectangle 49"/>
          <p:cNvSpPr/>
          <p:nvPr/>
        </p:nvSpPr>
        <p:spPr>
          <a:xfrm>
            <a:off x="6640512" y="5380037"/>
            <a:ext cx="2438400" cy="779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 smtClean="0">
                <a:latin typeface="Arial" pitchFamily="34" charset="0"/>
                <a:cs typeface="Arial" pitchFamily="34" charset="0"/>
              </a:rPr>
              <a:t>cite(Request) :-</a:t>
            </a:r>
          </a:p>
          <a:p>
            <a:r>
              <a:rPr lang="en-US" sz="800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en-US" sz="800" dirty="0" err="1" smtClean="0">
                <a:latin typeface="Arial" pitchFamily="34" charset="0"/>
                <a:cs typeface="Arial" pitchFamily="34" charset="0"/>
              </a:rPr>
              <a:t>http_parameters</a:t>
            </a:r>
            <a:r>
              <a:rPr lang="en-US" sz="800" dirty="0" smtClean="0">
                <a:latin typeface="Arial" pitchFamily="34" charset="0"/>
                <a:cs typeface="Arial" pitchFamily="34" charset="0"/>
              </a:rPr>
              <a:t>(Request, [name(Name, [])]),</a:t>
            </a:r>
          </a:p>
          <a:p>
            <a:r>
              <a:rPr lang="en-US" sz="800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en-US" sz="800" dirty="0" err="1" smtClean="0">
                <a:latin typeface="Arial" pitchFamily="34" charset="0"/>
                <a:cs typeface="Arial" pitchFamily="34" charset="0"/>
              </a:rPr>
              <a:t>findall</a:t>
            </a:r>
            <a:r>
              <a:rPr lang="en-US" sz="800" dirty="0" smtClean="0">
                <a:latin typeface="Arial" pitchFamily="34" charset="0"/>
                <a:cs typeface="Arial" pitchFamily="34" charset="0"/>
              </a:rPr>
              <a:t>(Title, </a:t>
            </a:r>
            <a:r>
              <a:rPr lang="en-US" sz="800" dirty="0" err="1" smtClean="0">
                <a:latin typeface="Arial" pitchFamily="34" charset="0"/>
                <a:cs typeface="Arial" pitchFamily="34" charset="0"/>
              </a:rPr>
              <a:t>find_title</a:t>
            </a:r>
            <a:r>
              <a:rPr lang="en-US" sz="8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800" dirty="0" err="1" smtClean="0">
                <a:latin typeface="Arial" pitchFamily="34" charset="0"/>
                <a:cs typeface="Arial" pitchFamily="34" charset="0"/>
              </a:rPr>
              <a:t>Name,Title</a:t>
            </a:r>
            <a:r>
              <a:rPr lang="en-US" sz="800" dirty="0" smtClean="0">
                <a:latin typeface="Arial" pitchFamily="34" charset="0"/>
                <a:cs typeface="Arial" pitchFamily="34" charset="0"/>
              </a:rPr>
              <a:t>), List), </a:t>
            </a:r>
          </a:p>
          <a:p>
            <a:r>
              <a:rPr lang="en-US" sz="800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en-US" sz="800" dirty="0" err="1" smtClean="0">
                <a:latin typeface="Arial" pitchFamily="34" charset="0"/>
                <a:cs typeface="Arial" pitchFamily="34" charset="0"/>
              </a:rPr>
              <a:t>reply_html_page</a:t>
            </a:r>
            <a:r>
              <a:rPr lang="en-US" sz="800" dirty="0" smtClean="0">
                <a:latin typeface="Arial" pitchFamily="34" charset="0"/>
                <a:cs typeface="Arial" pitchFamily="34" charset="0"/>
              </a:rPr>
              <a:t>(title('Citations'),</a:t>
            </a:r>
          </a:p>
          <a:p>
            <a:r>
              <a:rPr lang="en-US" sz="800" dirty="0" smtClean="0">
                <a:latin typeface="Arial" pitchFamily="34" charset="0"/>
                <a:cs typeface="Arial" pitchFamily="34" charset="0"/>
              </a:rPr>
              <a:t>                   [ h1(Name),</a:t>
            </a:r>
          </a:p>
          <a:p>
            <a:r>
              <a:rPr lang="en-US" sz="800" dirty="0" smtClean="0">
                <a:latin typeface="Arial" pitchFamily="34" charset="0"/>
                <a:cs typeface="Arial" pitchFamily="34" charset="0"/>
              </a:rPr>
              <a:t>                     table(List) ]).</a:t>
            </a:r>
            <a:endParaRPr lang="en-US" sz="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1311" name="Picture 4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982912" y="1189037"/>
            <a:ext cx="847724" cy="739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Lucida Sans Unicode"/>
        <a:cs typeface="Lucida Sans Unicode"/>
      </a:majorFont>
      <a:minorFont>
        <a:latin typeface="Arial"/>
        <a:ea typeface="Lucida Sans Unicode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 Unicode MS"/>
      </a:majorFont>
      <a:minorFont>
        <a:latin typeface="Arial"/>
        <a:ea typeface="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Times New Roman"/>
        <a:ea typeface=""/>
        <a:cs typeface="Arial Unicode MS"/>
      </a:majorFont>
      <a:minorFont>
        <a:latin typeface="Times New Roman"/>
        <a:ea typeface="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 Unicode MS"/>
      </a:majorFont>
      <a:minorFont>
        <a:latin typeface="Arial"/>
        <a:ea typeface="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 Unicode MS"/>
      </a:majorFont>
      <a:minorFont>
        <a:latin typeface="Arial"/>
        <a:ea typeface="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 Unicode MS"/>
      </a:majorFont>
      <a:minorFont>
        <a:latin typeface="Arial"/>
        <a:ea typeface="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Times New Roman"/>
        <a:ea typeface=""/>
        <a:cs typeface="Arial Unicode MS"/>
      </a:majorFont>
      <a:minorFont>
        <a:latin typeface="Times New Roman"/>
        <a:ea typeface="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 Unicode MS"/>
      </a:majorFont>
      <a:minorFont>
        <a:latin typeface="Arial"/>
        <a:ea typeface="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 Unicode MS"/>
      </a:majorFont>
      <a:minorFont>
        <a:latin typeface="Arial"/>
        <a:ea typeface="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20373</TotalTime>
  <Words>114</Words>
  <Application>Microsoft Office PowerPoint</Application>
  <PresentationFormat>Custom</PresentationFormat>
  <Paragraphs>52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9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 p</dc:creator>
  <cp:lastModifiedBy>pukitepa</cp:lastModifiedBy>
  <cp:revision>11</cp:revision>
  <cp:lastPrinted>1601-01-01T00:00:00Z</cp:lastPrinted>
  <dcterms:created xsi:type="dcterms:W3CDTF">2012-04-26T03:03:31Z</dcterms:created>
  <dcterms:modified xsi:type="dcterms:W3CDTF">2012-05-31T15:26:08Z</dcterms:modified>
</cp:coreProperties>
</file>